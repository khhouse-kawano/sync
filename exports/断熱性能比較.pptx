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22679977" cy="16038005"/>
  <p:notesSz cx="16038005" cy="22679977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679977" cy="160380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679977" cy="160380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679977" cy="160380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2026-02-09T00:24:32Z</dcterms:created>
  <dcterms:modified xsi:type="dcterms:W3CDTF">2026-02-09T00:24:32Z</dcterms:modified>
</cp:coreProperties>
</file>