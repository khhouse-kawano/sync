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1">
                <a:solidFill>
                  <a:srgbClr val="24211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02535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1539648" y="0"/>
            <a:ext cx="51435" cy="383540"/>
          </a:xfrm>
          <a:custGeom>
            <a:avLst/>
            <a:gdLst/>
            <a:ahLst/>
            <a:cxnLst/>
            <a:rect l="l" t="t" r="r" b="b"/>
            <a:pathLst>
              <a:path w="51434" h="383540">
                <a:moveTo>
                  <a:pt x="50947" y="383249"/>
                </a:moveTo>
                <a:lnTo>
                  <a:pt x="0" y="383249"/>
                </a:lnTo>
                <a:lnTo>
                  <a:pt x="0" y="0"/>
                </a:lnTo>
                <a:lnTo>
                  <a:pt x="50947" y="0"/>
                </a:lnTo>
                <a:lnTo>
                  <a:pt x="50947" y="3832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0828763" y="0"/>
            <a:ext cx="38735" cy="476884"/>
          </a:xfrm>
          <a:custGeom>
            <a:avLst/>
            <a:gdLst/>
            <a:ahLst/>
            <a:cxnLst/>
            <a:rect l="l" t="t" r="r" b="b"/>
            <a:pathLst>
              <a:path w="38734" h="476884">
                <a:moveTo>
                  <a:pt x="38210" y="476607"/>
                </a:moveTo>
                <a:lnTo>
                  <a:pt x="0" y="476607"/>
                </a:lnTo>
                <a:lnTo>
                  <a:pt x="0" y="0"/>
                </a:lnTo>
                <a:lnTo>
                  <a:pt x="38210" y="0"/>
                </a:lnTo>
                <a:lnTo>
                  <a:pt x="38210" y="476607"/>
                </a:lnTo>
                <a:close/>
              </a:path>
            </a:pathLst>
          </a:custGeom>
          <a:solidFill>
            <a:srgbClr val="EFE6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1">
                <a:solidFill>
                  <a:srgbClr val="24211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1">
                <a:solidFill>
                  <a:srgbClr val="24211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1">
                <a:solidFill>
                  <a:srgbClr val="24211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30586" y="38628"/>
            <a:ext cx="7169150" cy="11131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1">
                <a:solidFill>
                  <a:srgbClr val="24211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image" Target="../media/image7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816061" y="-229459"/>
            <a:ext cx="172085" cy="6540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100" spc="-50">
                <a:solidFill>
                  <a:srgbClr val="C3C1AF"/>
                </a:solidFill>
                <a:latin typeface="Arial"/>
                <a:cs typeface="Arial"/>
              </a:rPr>
              <a:t>I</a:t>
            </a:r>
            <a:endParaRPr sz="41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259839" y="957725"/>
            <a:ext cx="1656080" cy="0"/>
          </a:xfrm>
          <a:custGeom>
            <a:avLst/>
            <a:gdLst/>
            <a:ahLst/>
            <a:cxnLst/>
            <a:rect l="l" t="t" r="r" b="b"/>
            <a:pathLst>
              <a:path w="1656079" h="0">
                <a:moveTo>
                  <a:pt x="0" y="0"/>
                </a:moveTo>
                <a:lnTo>
                  <a:pt x="1655799" y="0"/>
                </a:lnTo>
              </a:path>
            </a:pathLst>
          </a:custGeom>
          <a:ln w="12766">
            <a:solidFill>
              <a:srgbClr val="2421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819"/>
              <a:t>i)O)��i}l�</a:t>
            </a:r>
            <a:r>
              <a:rPr dirty="0" spc="-465"/>
              <a:t> </a:t>
            </a:r>
            <a:r>
              <a:rPr dirty="0" sz="7100" spc="1040"/>
              <a:t>c,</a:t>
            </a:r>
            <a:r>
              <a:rPr dirty="0" sz="7100" spc="-1415"/>
              <a:t> </a:t>
            </a:r>
            <a:r>
              <a:rPr dirty="0" sz="4400" spc="215" i="0">
                <a:latin typeface="Arial"/>
                <a:cs typeface="Arial"/>
              </a:rPr>
              <a:t>£(0):i( </a:t>
            </a:r>
            <a:r>
              <a:rPr dirty="0" sz="5500" spc="-675" i="0">
                <a:latin typeface="Arial"/>
                <a:cs typeface="Arial"/>
              </a:rPr>
              <a:t>6</a:t>
            </a:r>
            <a:r>
              <a:rPr dirty="0" sz="2250" spc="-675" i="0">
                <a:latin typeface="Arial"/>
                <a:cs typeface="Arial"/>
              </a:rPr>
              <a:t>�'</a:t>
            </a:r>
            <a:r>
              <a:rPr dirty="0" sz="2250" spc="-675" i="0">
                <a:latin typeface="Arial"/>
                <a:cs typeface="Arial"/>
              </a:rPr>
              <a:t>o</a:t>
            </a:r>
            <a:endParaRPr sz="22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546325" y="957725"/>
            <a:ext cx="5732145" cy="0"/>
          </a:xfrm>
          <a:custGeom>
            <a:avLst/>
            <a:gdLst/>
            <a:ahLst/>
            <a:cxnLst/>
            <a:rect l="l" t="t" r="r" b="b"/>
            <a:pathLst>
              <a:path w="5732144" h="0">
                <a:moveTo>
                  <a:pt x="0" y="0"/>
                </a:moveTo>
                <a:lnTo>
                  <a:pt x="5731608" y="0"/>
                </a:lnTo>
              </a:path>
            </a:pathLst>
          </a:custGeom>
          <a:ln w="12766">
            <a:solidFill>
              <a:srgbClr val="2421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533624" y="230120"/>
            <a:ext cx="7156450" cy="88328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600" spc="-495">
                <a:solidFill>
                  <a:srgbClr val="242116"/>
                </a:solidFill>
                <a:latin typeface="Arial"/>
                <a:cs typeface="Arial"/>
              </a:rPr>
              <a:t>fti}l�m¥rd1t1�tfrtttoLD</a:t>
            </a:r>
            <a:r>
              <a:rPr dirty="0" sz="5600" spc="-480">
                <a:solidFill>
                  <a:srgbClr val="242116"/>
                </a:solidFill>
                <a:latin typeface="Arial"/>
                <a:cs typeface="Arial"/>
              </a:rPr>
              <a:t> </a:t>
            </a:r>
            <a:r>
              <a:rPr dirty="0" sz="5600" spc="-665">
                <a:solidFill>
                  <a:srgbClr val="242116"/>
                </a:solidFill>
                <a:latin typeface="Arial"/>
                <a:cs typeface="Arial"/>
              </a:rPr>
              <a:t>...</a:t>
            </a:r>
            <a:r>
              <a:rPr dirty="0" sz="5600" spc="-665">
                <a:solidFill>
                  <a:srgbClr val="AC875B"/>
                </a:solidFill>
                <a:latin typeface="Arial"/>
                <a:cs typeface="Arial"/>
              </a:rPr>
              <a:t>.....</a:t>
            </a:r>
            <a:endParaRPr sz="5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40664" y="1548569"/>
            <a:ext cx="7087234" cy="1186180"/>
          </a:xfrm>
          <a:prstGeom prst="rect">
            <a:avLst/>
          </a:prstGeom>
        </p:spPr>
        <p:txBody>
          <a:bodyPr wrap="square" lIns="0" tIns="151765" rIns="0" bIns="0" rtlCol="0" vert="horz">
            <a:spAutoFit/>
          </a:bodyPr>
          <a:lstStyle/>
          <a:p>
            <a:pPr marL="35560">
              <a:lnSpc>
                <a:spcPct val="100000"/>
              </a:lnSpc>
              <a:spcBef>
                <a:spcPts val="1195"/>
              </a:spcBef>
            </a:pPr>
            <a:r>
              <a:rPr dirty="0" sz="3400" spc="50">
                <a:solidFill>
                  <a:srgbClr val="242116"/>
                </a:solidFill>
                <a:latin typeface="Times New Roman"/>
                <a:cs typeface="Times New Roman"/>
              </a:rPr>
              <a:t>Morning</a:t>
            </a:r>
            <a:r>
              <a:rPr dirty="0" sz="3400" spc="160">
                <a:solidFill>
                  <a:srgbClr val="242116"/>
                </a:solidFill>
                <a:latin typeface="Times New Roman"/>
                <a:cs typeface="Times New Roman"/>
              </a:rPr>
              <a:t> </a:t>
            </a:r>
            <a:r>
              <a:rPr dirty="0" sz="3400">
                <a:solidFill>
                  <a:srgbClr val="242116"/>
                </a:solidFill>
                <a:latin typeface="Times New Roman"/>
                <a:cs typeface="Times New Roman"/>
              </a:rPr>
              <a:t>:</a:t>
            </a:r>
            <a:r>
              <a:rPr dirty="0" sz="3400" spc="45">
                <a:solidFill>
                  <a:srgbClr val="242116"/>
                </a:solidFill>
                <a:latin typeface="Times New Roman"/>
                <a:cs typeface="Times New Roman"/>
              </a:rPr>
              <a:t> </a:t>
            </a:r>
            <a:r>
              <a:rPr dirty="0" sz="3000" spc="375">
                <a:solidFill>
                  <a:srgbClr val="242116"/>
                </a:solidFill>
                <a:latin typeface="Arial"/>
                <a:cs typeface="Arial"/>
              </a:rPr>
              <a:t>7f��ttoffl(l)jt!j[</a:t>
            </a:r>
            <a:endParaRPr sz="3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600" spc="-370">
                <a:solidFill>
                  <a:srgbClr val="242116"/>
                </a:solidFill>
                <a:latin typeface="Arial"/>
                <a:cs typeface="Arial"/>
              </a:rPr>
              <a:t>::k���i.&gt;'119</a:t>
            </a:r>
            <a:r>
              <a:rPr dirty="0" sz="2600" spc="-345">
                <a:solidFill>
                  <a:srgbClr val="242116"/>
                </a:solidFill>
                <a:latin typeface="Arial"/>
                <a:cs typeface="Arial"/>
              </a:rPr>
              <a:t> </a:t>
            </a:r>
            <a:r>
              <a:rPr dirty="0" sz="2450" spc="440" i="1">
                <a:solidFill>
                  <a:srgbClr val="242116"/>
                </a:solidFill>
                <a:latin typeface="Arial"/>
                <a:cs typeface="Arial"/>
              </a:rPr>
              <a:t>t����,</a:t>
            </a:r>
            <a:r>
              <a:rPr dirty="0" sz="2450" spc="254" i="1">
                <a:solidFill>
                  <a:srgbClr val="242116"/>
                </a:solidFill>
                <a:latin typeface="Arial"/>
                <a:cs typeface="Arial"/>
              </a:rPr>
              <a:t> </a:t>
            </a:r>
            <a:r>
              <a:rPr dirty="0" sz="2600" spc="200">
                <a:solidFill>
                  <a:srgbClr val="242116"/>
                </a:solidFill>
                <a:latin typeface="Arial"/>
                <a:cs typeface="Arial"/>
              </a:rPr>
              <a:t>-</a:t>
            </a:r>
            <a:r>
              <a:rPr dirty="0" sz="2600" spc="415">
                <a:solidFill>
                  <a:srgbClr val="242116"/>
                </a:solidFill>
                <a:latin typeface="Arial"/>
                <a:cs typeface="Arial"/>
              </a:rPr>
              <a:t>B</a:t>
            </a:r>
            <a:r>
              <a:rPr dirty="0" sz="2600" spc="130">
                <a:solidFill>
                  <a:srgbClr val="242116"/>
                </a:solidFill>
                <a:latin typeface="Arial"/>
                <a:cs typeface="Arial"/>
              </a:rPr>
              <a:t> </a:t>
            </a:r>
            <a:r>
              <a:rPr dirty="0" sz="2600" spc="-60">
                <a:solidFill>
                  <a:srgbClr val="242116"/>
                </a:solidFill>
                <a:latin typeface="Times New Roman"/>
                <a:cs typeface="Times New Roman"/>
              </a:rPr>
              <a:t>©�*</a:t>
            </a:r>
            <a:r>
              <a:rPr dirty="0" sz="2600" spc="-60">
                <a:solidFill>
                  <a:srgbClr val="242116"/>
                </a:solidFill>
                <a:latin typeface="Arial"/>
                <a:cs typeface="Arial"/>
              </a:rPr>
              <a:t>t'J��f-</a:t>
            </a:r>
            <a:r>
              <a:rPr dirty="0" sz="2600" spc="-720">
                <a:solidFill>
                  <a:srgbClr val="242116"/>
                </a:solidFill>
                <a:latin typeface="Arial"/>
                <a:cs typeface="Arial"/>
              </a:rPr>
              <a:t>&gt;i.&gt;'��1:1:lG</a:t>
            </a:r>
            <a:r>
              <a:rPr dirty="0" sz="2600" spc="-720">
                <a:solidFill>
                  <a:srgbClr val="242116"/>
                </a:solidFill>
                <a:latin typeface="Times New Roman"/>
                <a:cs typeface="Times New Roman"/>
              </a:rPr>
              <a:t>*°9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9802" y="485377"/>
            <a:ext cx="5731612" cy="61277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59209" y="485377"/>
            <a:ext cx="6852462" cy="6127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010614" y="1864121"/>
            <a:ext cx="1579378" cy="4340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036078" y="5259916"/>
            <a:ext cx="1936012" cy="4340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00227" y="8834437"/>
            <a:ext cx="12100073" cy="638307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985137" y="2413065"/>
            <a:ext cx="3133725" cy="0"/>
          </a:xfrm>
          <a:custGeom>
            <a:avLst/>
            <a:gdLst/>
            <a:ahLst/>
            <a:cxnLst/>
            <a:rect l="l" t="t" r="r" b="b"/>
            <a:pathLst>
              <a:path w="3133725" h="0">
                <a:moveTo>
                  <a:pt x="0" y="0"/>
                </a:moveTo>
                <a:lnTo>
                  <a:pt x="3133282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4010611" y="5808859"/>
            <a:ext cx="3108325" cy="0"/>
          </a:xfrm>
          <a:custGeom>
            <a:avLst/>
            <a:gdLst/>
            <a:ahLst/>
            <a:cxnLst/>
            <a:rect l="l" t="t" r="r" b="b"/>
            <a:pathLst>
              <a:path w="3108325" h="0">
                <a:moveTo>
                  <a:pt x="0" y="0"/>
                </a:moveTo>
                <a:lnTo>
                  <a:pt x="3107808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9" name="object 9"/>
          <p:cNvGrpSpPr/>
          <p:nvPr/>
        </p:nvGrpSpPr>
        <p:grpSpPr>
          <a:xfrm>
            <a:off x="4356026" y="1430072"/>
            <a:ext cx="611505" cy="217170"/>
            <a:chOff x="4356026" y="1430072"/>
            <a:chExt cx="611505" cy="217170"/>
          </a:xfrm>
        </p:grpSpPr>
        <p:sp>
          <p:nvSpPr>
            <p:cNvPr id="10" name="object 10"/>
            <p:cNvSpPr/>
            <p:nvPr/>
          </p:nvSpPr>
          <p:spPr>
            <a:xfrm>
              <a:off x="4356026" y="1430072"/>
              <a:ext cx="165735" cy="217170"/>
            </a:xfrm>
            <a:custGeom>
              <a:avLst/>
              <a:gdLst/>
              <a:ahLst/>
              <a:cxnLst/>
              <a:rect l="l" t="t" r="r" b="b"/>
              <a:pathLst>
                <a:path w="165735" h="217169">
                  <a:moveTo>
                    <a:pt x="25473" y="217024"/>
                  </a:moveTo>
                  <a:lnTo>
                    <a:pt x="25473" y="0"/>
                  </a:lnTo>
                </a:path>
                <a:path w="165735" h="217169">
                  <a:moveTo>
                    <a:pt x="0" y="114895"/>
                  </a:moveTo>
                  <a:lnTo>
                    <a:pt x="165579" y="114895"/>
                  </a:lnTo>
                </a:path>
              </a:pathLst>
            </a:custGeom>
            <a:ln w="510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21606" y="1544967"/>
              <a:ext cx="446405" cy="0"/>
            </a:xfrm>
            <a:custGeom>
              <a:avLst/>
              <a:gdLst/>
              <a:ahLst/>
              <a:cxnLst/>
              <a:rect l="l" t="t" r="r" b="b"/>
              <a:pathLst>
                <a:path w="446404" h="0">
                  <a:moveTo>
                    <a:pt x="0" y="0"/>
                  </a:moveTo>
                  <a:lnTo>
                    <a:pt x="445792" y="0"/>
                  </a:lnTo>
                </a:path>
              </a:pathLst>
            </a:custGeom>
            <a:ln w="893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5413190" y="1430072"/>
            <a:ext cx="586105" cy="1034415"/>
            <a:chOff x="5413190" y="1430072"/>
            <a:chExt cx="586105" cy="1034415"/>
          </a:xfrm>
        </p:grpSpPr>
        <p:sp>
          <p:nvSpPr>
            <p:cNvPr id="13" name="object 13"/>
            <p:cNvSpPr/>
            <p:nvPr/>
          </p:nvSpPr>
          <p:spPr>
            <a:xfrm>
              <a:off x="5413190" y="1544967"/>
              <a:ext cx="331470" cy="0"/>
            </a:xfrm>
            <a:custGeom>
              <a:avLst/>
              <a:gdLst/>
              <a:ahLst/>
              <a:cxnLst/>
              <a:rect l="l" t="t" r="r" b="b"/>
              <a:pathLst>
                <a:path w="331470" h="0">
                  <a:moveTo>
                    <a:pt x="0" y="0"/>
                  </a:moveTo>
                  <a:lnTo>
                    <a:pt x="331159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566033" y="1430072"/>
              <a:ext cx="0" cy="1034415"/>
            </a:xfrm>
            <a:custGeom>
              <a:avLst/>
              <a:gdLst/>
              <a:ahLst/>
              <a:cxnLst/>
              <a:rect l="l" t="t" r="r" b="b"/>
              <a:pathLst>
                <a:path w="0" h="1034414">
                  <a:moveTo>
                    <a:pt x="0" y="1034057"/>
                  </a:moveTo>
                  <a:lnTo>
                    <a:pt x="0" y="0"/>
                  </a:lnTo>
                </a:path>
              </a:pathLst>
            </a:custGeom>
            <a:ln w="636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744350" y="1544967"/>
              <a:ext cx="255270" cy="0"/>
            </a:xfrm>
            <a:custGeom>
              <a:avLst/>
              <a:gdLst/>
              <a:ahLst/>
              <a:cxnLst/>
              <a:rect l="l" t="t" r="r" b="b"/>
              <a:pathLst>
                <a:path w="255270" h="0">
                  <a:moveTo>
                    <a:pt x="0" y="0"/>
                  </a:moveTo>
                  <a:lnTo>
                    <a:pt x="254738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/>
          <p:cNvGrpSpPr/>
          <p:nvPr/>
        </p:nvGrpSpPr>
        <p:grpSpPr>
          <a:xfrm>
            <a:off x="5999088" y="1430072"/>
            <a:ext cx="1629410" cy="147320"/>
            <a:chOff x="5999088" y="1430072"/>
            <a:chExt cx="1629410" cy="147320"/>
          </a:xfrm>
        </p:grpSpPr>
        <p:sp>
          <p:nvSpPr>
            <p:cNvPr id="17" name="object 17"/>
            <p:cNvSpPr/>
            <p:nvPr/>
          </p:nvSpPr>
          <p:spPr>
            <a:xfrm>
              <a:off x="6215616" y="1430072"/>
              <a:ext cx="0" cy="140970"/>
            </a:xfrm>
            <a:custGeom>
              <a:avLst/>
              <a:gdLst/>
              <a:ahLst/>
              <a:cxnLst/>
              <a:rect l="l" t="t" r="r" b="b"/>
              <a:pathLst>
                <a:path w="0" h="140969">
                  <a:moveTo>
                    <a:pt x="0" y="140427"/>
                  </a:moveTo>
                  <a:lnTo>
                    <a:pt x="0" y="0"/>
                  </a:lnTo>
                </a:path>
              </a:pathLst>
            </a:custGeom>
            <a:ln w="254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999088" y="1544967"/>
              <a:ext cx="1629410" cy="0"/>
            </a:xfrm>
            <a:custGeom>
              <a:avLst/>
              <a:gdLst/>
              <a:ahLst/>
              <a:cxnLst/>
              <a:rect l="l" t="t" r="r" b="b"/>
              <a:pathLst>
                <a:path w="1629409" h="0">
                  <a:moveTo>
                    <a:pt x="0" y="0"/>
                  </a:moveTo>
                  <a:lnTo>
                    <a:pt x="1629125" y="0"/>
                  </a:lnTo>
                </a:path>
              </a:pathLst>
            </a:custGeom>
            <a:ln w="63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/>
          <p:nvPr/>
        </p:nvSpPr>
        <p:spPr>
          <a:xfrm>
            <a:off x="7806532" y="1544967"/>
            <a:ext cx="81915" cy="0"/>
          </a:xfrm>
          <a:custGeom>
            <a:avLst/>
            <a:gdLst/>
            <a:ahLst/>
            <a:cxnLst/>
            <a:rect l="l" t="t" r="r" b="b"/>
            <a:pathLst>
              <a:path w="81915" h="0">
                <a:moveTo>
                  <a:pt x="0" y="0"/>
                </a:moveTo>
                <a:lnTo>
                  <a:pt x="81474" y="0"/>
                </a:lnTo>
              </a:path>
            </a:pathLst>
          </a:custGeom>
          <a:ln w="638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989901" y="1544967"/>
            <a:ext cx="760730" cy="0"/>
          </a:xfrm>
          <a:custGeom>
            <a:avLst/>
            <a:gdLst/>
            <a:ahLst/>
            <a:cxnLst/>
            <a:rect l="l" t="t" r="r" b="b"/>
            <a:pathLst>
              <a:path w="760729" h="0">
                <a:moveTo>
                  <a:pt x="0" y="0"/>
                </a:moveTo>
                <a:lnTo>
                  <a:pt x="760362" y="0"/>
                </a:lnTo>
              </a:path>
            </a:pathLst>
          </a:custGeom>
          <a:ln w="638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502045" y="1430072"/>
            <a:ext cx="0" cy="217170"/>
          </a:xfrm>
          <a:custGeom>
            <a:avLst/>
            <a:gdLst/>
            <a:ahLst/>
            <a:cxnLst/>
            <a:rect l="l" t="t" r="r" b="b"/>
            <a:pathLst>
              <a:path w="0" h="217169">
                <a:moveTo>
                  <a:pt x="0" y="217024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2" name="object 22"/>
          <p:cNvGrpSpPr/>
          <p:nvPr/>
        </p:nvGrpSpPr>
        <p:grpSpPr>
          <a:xfrm>
            <a:off x="10342378" y="1430072"/>
            <a:ext cx="2967990" cy="217170"/>
            <a:chOff x="10342378" y="1430072"/>
            <a:chExt cx="2967990" cy="217170"/>
          </a:xfrm>
        </p:grpSpPr>
        <p:sp>
          <p:nvSpPr>
            <p:cNvPr id="23" name="object 23"/>
            <p:cNvSpPr/>
            <p:nvPr/>
          </p:nvSpPr>
          <p:spPr>
            <a:xfrm>
              <a:off x="10342378" y="1544967"/>
              <a:ext cx="2967990" cy="0"/>
            </a:xfrm>
            <a:custGeom>
              <a:avLst/>
              <a:gdLst/>
              <a:ahLst/>
              <a:cxnLst/>
              <a:rect l="l" t="t" r="r" b="b"/>
              <a:pathLst>
                <a:path w="2967990" h="0">
                  <a:moveTo>
                    <a:pt x="0" y="0"/>
                  </a:moveTo>
                  <a:lnTo>
                    <a:pt x="2967702" y="0"/>
                  </a:lnTo>
                </a:path>
              </a:pathLst>
            </a:custGeom>
            <a:ln w="765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1858072" y="1430072"/>
              <a:ext cx="0" cy="153670"/>
            </a:xfrm>
            <a:custGeom>
              <a:avLst/>
              <a:gdLst/>
              <a:ahLst/>
              <a:cxnLst/>
              <a:rect l="l" t="t" r="r" b="b"/>
              <a:pathLst>
                <a:path w="0" h="153669">
                  <a:moveTo>
                    <a:pt x="0" y="153193"/>
                  </a:moveTo>
                  <a:lnTo>
                    <a:pt x="0" y="0"/>
                  </a:lnTo>
                </a:path>
              </a:pathLst>
            </a:custGeom>
            <a:ln w="254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13144500" y="1430072"/>
              <a:ext cx="0" cy="217170"/>
            </a:xfrm>
            <a:custGeom>
              <a:avLst/>
              <a:gdLst/>
              <a:ahLst/>
              <a:cxnLst/>
              <a:rect l="l" t="t" r="r" b="b"/>
              <a:pathLst>
                <a:path w="0" h="217169">
                  <a:moveTo>
                    <a:pt x="0" y="217024"/>
                  </a:moveTo>
                  <a:lnTo>
                    <a:pt x="0" y="0"/>
                  </a:lnTo>
                </a:path>
              </a:pathLst>
            </a:custGeom>
            <a:ln w="509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/>
          <p:nvPr/>
        </p:nvSpPr>
        <p:spPr>
          <a:xfrm>
            <a:off x="6215616" y="1519435"/>
            <a:ext cx="0" cy="1225550"/>
          </a:xfrm>
          <a:custGeom>
            <a:avLst/>
            <a:gdLst/>
            <a:ahLst/>
            <a:cxnLst/>
            <a:rect l="l" t="t" r="r" b="b"/>
            <a:pathLst>
              <a:path w="0" h="1225550">
                <a:moveTo>
                  <a:pt x="0" y="1225549"/>
                </a:moveTo>
                <a:lnTo>
                  <a:pt x="0" y="0"/>
                </a:lnTo>
              </a:path>
            </a:pathLst>
          </a:custGeom>
          <a:ln w="764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833205" y="1519435"/>
            <a:ext cx="0" cy="715010"/>
          </a:xfrm>
          <a:custGeom>
            <a:avLst/>
            <a:gdLst/>
            <a:ahLst/>
            <a:cxnLst/>
            <a:rect l="l" t="t" r="r" b="b"/>
            <a:pathLst>
              <a:path w="0" h="715010">
                <a:moveTo>
                  <a:pt x="0" y="714903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8431840" y="1519435"/>
            <a:ext cx="0" cy="715010"/>
          </a:xfrm>
          <a:custGeom>
            <a:avLst/>
            <a:gdLst/>
            <a:ahLst/>
            <a:cxnLst/>
            <a:rect l="l" t="t" r="r" b="b"/>
            <a:pathLst>
              <a:path w="0" h="715010">
                <a:moveTo>
                  <a:pt x="0" y="714903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8750263" y="1519435"/>
            <a:ext cx="0" cy="128270"/>
          </a:xfrm>
          <a:custGeom>
            <a:avLst/>
            <a:gdLst/>
            <a:ahLst/>
            <a:cxnLst/>
            <a:rect l="l" t="t" r="r" b="b"/>
            <a:pathLst>
              <a:path w="0" h="128269">
                <a:moveTo>
                  <a:pt x="0" y="127661"/>
                </a:moveTo>
                <a:lnTo>
                  <a:pt x="0" y="0"/>
                </a:lnTo>
              </a:path>
            </a:pathLst>
          </a:custGeom>
          <a:ln w="636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1526911" y="1519435"/>
            <a:ext cx="0" cy="191770"/>
          </a:xfrm>
          <a:custGeom>
            <a:avLst/>
            <a:gdLst/>
            <a:ahLst/>
            <a:cxnLst/>
            <a:rect l="l" t="t" r="r" b="b"/>
            <a:pathLst>
              <a:path w="0" h="191769">
                <a:moveTo>
                  <a:pt x="0" y="191492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1858072" y="1519435"/>
            <a:ext cx="0" cy="191770"/>
          </a:xfrm>
          <a:custGeom>
            <a:avLst/>
            <a:gdLst/>
            <a:ahLst/>
            <a:cxnLst/>
            <a:rect l="l" t="t" r="r" b="b"/>
            <a:pathLst>
              <a:path w="0" h="191769">
                <a:moveTo>
                  <a:pt x="0" y="191492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343289" y="1679012"/>
            <a:ext cx="76835" cy="0"/>
          </a:xfrm>
          <a:custGeom>
            <a:avLst/>
            <a:gdLst/>
            <a:ahLst/>
            <a:cxnLst/>
            <a:rect l="l" t="t" r="r" b="b"/>
            <a:pathLst>
              <a:path w="76835" h="0">
                <a:moveTo>
                  <a:pt x="0" y="0"/>
                </a:moveTo>
                <a:lnTo>
                  <a:pt x="76421" y="0"/>
                </a:lnTo>
              </a:path>
            </a:pathLst>
          </a:custGeom>
          <a:ln w="638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413190" y="1710927"/>
            <a:ext cx="191135" cy="0"/>
          </a:xfrm>
          <a:custGeom>
            <a:avLst/>
            <a:gdLst/>
            <a:ahLst/>
            <a:cxnLst/>
            <a:rect l="l" t="t" r="r" b="b"/>
            <a:pathLst>
              <a:path w="191135" h="0">
                <a:moveTo>
                  <a:pt x="0" y="0"/>
                </a:moveTo>
                <a:lnTo>
                  <a:pt x="191053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502045" y="1647097"/>
            <a:ext cx="0" cy="217170"/>
          </a:xfrm>
          <a:custGeom>
            <a:avLst/>
            <a:gdLst/>
            <a:ahLst/>
            <a:cxnLst/>
            <a:rect l="l" t="t" r="r" b="b"/>
            <a:pathLst>
              <a:path w="0" h="217169">
                <a:moveTo>
                  <a:pt x="0" y="217024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8750263" y="1647097"/>
            <a:ext cx="0" cy="306705"/>
          </a:xfrm>
          <a:custGeom>
            <a:avLst/>
            <a:gdLst/>
            <a:ahLst/>
            <a:cxnLst/>
            <a:rect l="l" t="t" r="r" b="b"/>
            <a:pathLst>
              <a:path w="0" h="306705">
                <a:moveTo>
                  <a:pt x="0" y="306387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3106289" y="1679012"/>
            <a:ext cx="76835" cy="0"/>
          </a:xfrm>
          <a:custGeom>
            <a:avLst/>
            <a:gdLst/>
            <a:ahLst/>
            <a:cxnLst/>
            <a:rect l="l" t="t" r="r" b="b"/>
            <a:pathLst>
              <a:path w="76834" h="0">
                <a:moveTo>
                  <a:pt x="0" y="0"/>
                </a:moveTo>
                <a:lnTo>
                  <a:pt x="76421" y="0"/>
                </a:lnTo>
              </a:path>
            </a:pathLst>
          </a:custGeom>
          <a:ln w="638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381500" y="1710927"/>
            <a:ext cx="0" cy="408940"/>
          </a:xfrm>
          <a:custGeom>
            <a:avLst/>
            <a:gdLst/>
            <a:ahLst/>
            <a:cxnLst/>
            <a:rect l="l" t="t" r="r" b="b"/>
            <a:pathLst>
              <a:path w="0" h="408939">
                <a:moveTo>
                  <a:pt x="0" y="408516"/>
                </a:moveTo>
                <a:lnTo>
                  <a:pt x="0" y="0"/>
                </a:lnTo>
              </a:path>
            </a:pathLst>
          </a:custGeom>
          <a:ln w="636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550839" y="1851355"/>
            <a:ext cx="964565" cy="0"/>
          </a:xfrm>
          <a:custGeom>
            <a:avLst/>
            <a:gdLst/>
            <a:ahLst/>
            <a:cxnLst/>
            <a:rect l="l" t="t" r="r" b="b"/>
            <a:pathLst>
              <a:path w="964565" h="0">
                <a:moveTo>
                  <a:pt x="0" y="0"/>
                </a:moveTo>
                <a:lnTo>
                  <a:pt x="963942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820468" y="1851355"/>
            <a:ext cx="624205" cy="0"/>
          </a:xfrm>
          <a:custGeom>
            <a:avLst/>
            <a:gdLst/>
            <a:ahLst/>
            <a:cxnLst/>
            <a:rect l="l" t="t" r="r" b="b"/>
            <a:pathLst>
              <a:path w="624204" h="0">
                <a:moveTo>
                  <a:pt x="0" y="0"/>
                </a:moveTo>
                <a:lnTo>
                  <a:pt x="624109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0" name="object 40"/>
          <p:cNvGrpSpPr/>
          <p:nvPr/>
        </p:nvGrpSpPr>
        <p:grpSpPr>
          <a:xfrm>
            <a:off x="10342378" y="1710927"/>
            <a:ext cx="229870" cy="1315085"/>
            <a:chOff x="10342378" y="1710927"/>
            <a:chExt cx="229870" cy="1315085"/>
          </a:xfrm>
        </p:grpSpPr>
        <p:sp>
          <p:nvSpPr>
            <p:cNvPr id="41" name="object 41"/>
            <p:cNvSpPr/>
            <p:nvPr/>
          </p:nvSpPr>
          <p:spPr>
            <a:xfrm>
              <a:off x="10342378" y="1851355"/>
              <a:ext cx="114935" cy="0"/>
            </a:xfrm>
            <a:custGeom>
              <a:avLst/>
              <a:gdLst/>
              <a:ahLst/>
              <a:cxnLst/>
              <a:rect l="l" t="t" r="r" b="b"/>
              <a:pathLst>
                <a:path w="114934" h="0">
                  <a:moveTo>
                    <a:pt x="0" y="0"/>
                  </a:moveTo>
                  <a:lnTo>
                    <a:pt x="114632" y="0"/>
                  </a:lnTo>
                </a:path>
              </a:pathLst>
            </a:custGeom>
            <a:ln w="127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10444274" y="1710927"/>
              <a:ext cx="0" cy="1315085"/>
            </a:xfrm>
            <a:custGeom>
              <a:avLst/>
              <a:gdLst/>
              <a:ahLst/>
              <a:cxnLst/>
              <a:rect l="l" t="t" r="r" b="b"/>
              <a:pathLst>
                <a:path w="0" h="1315085">
                  <a:moveTo>
                    <a:pt x="0" y="1314912"/>
                  </a:moveTo>
                  <a:lnTo>
                    <a:pt x="0" y="0"/>
                  </a:lnTo>
                </a:path>
              </a:pathLst>
            </a:custGeom>
            <a:ln w="254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10431537" y="1851355"/>
              <a:ext cx="140335" cy="0"/>
            </a:xfrm>
            <a:custGeom>
              <a:avLst/>
              <a:gdLst/>
              <a:ahLst/>
              <a:cxnLst/>
              <a:rect l="l" t="t" r="r" b="b"/>
              <a:pathLst>
                <a:path w="140334" h="0">
                  <a:moveTo>
                    <a:pt x="0" y="0"/>
                  </a:moveTo>
                  <a:lnTo>
                    <a:pt x="140106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/>
          <p:nvPr/>
        </p:nvSpPr>
        <p:spPr>
          <a:xfrm>
            <a:off x="11526911" y="1710927"/>
            <a:ext cx="0" cy="140970"/>
          </a:xfrm>
          <a:custGeom>
            <a:avLst/>
            <a:gdLst/>
            <a:ahLst/>
            <a:cxnLst/>
            <a:rect l="l" t="t" r="r" b="b"/>
            <a:pathLst>
              <a:path w="0" h="140969">
                <a:moveTo>
                  <a:pt x="0" y="140427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1858072" y="1710927"/>
            <a:ext cx="0" cy="242570"/>
          </a:xfrm>
          <a:custGeom>
            <a:avLst/>
            <a:gdLst/>
            <a:ahLst/>
            <a:cxnLst/>
            <a:rect l="l" t="t" r="r" b="b"/>
            <a:pathLst>
              <a:path w="0" h="242569">
                <a:moveTo>
                  <a:pt x="0" y="242556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2010914" y="1851355"/>
            <a:ext cx="1159510" cy="0"/>
          </a:xfrm>
          <a:custGeom>
            <a:avLst/>
            <a:gdLst/>
            <a:ahLst/>
            <a:cxnLst/>
            <a:rect l="l" t="t" r="r" b="b"/>
            <a:pathLst>
              <a:path w="1159509" h="0">
                <a:moveTo>
                  <a:pt x="0" y="0"/>
                </a:moveTo>
                <a:lnTo>
                  <a:pt x="1159059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7081727" y="1851355"/>
            <a:ext cx="0" cy="868680"/>
          </a:xfrm>
          <a:custGeom>
            <a:avLst/>
            <a:gdLst/>
            <a:ahLst/>
            <a:cxnLst/>
            <a:rect l="l" t="t" r="r" b="b"/>
            <a:pathLst>
              <a:path w="0" h="868680">
                <a:moveTo>
                  <a:pt x="0" y="868097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1526911" y="1851355"/>
            <a:ext cx="0" cy="179070"/>
          </a:xfrm>
          <a:custGeom>
            <a:avLst/>
            <a:gdLst/>
            <a:ahLst/>
            <a:cxnLst/>
            <a:rect l="l" t="t" r="r" b="b"/>
            <a:pathLst>
              <a:path w="0" h="179069">
                <a:moveTo>
                  <a:pt x="0" y="178725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3144501" y="1710927"/>
            <a:ext cx="0" cy="906780"/>
          </a:xfrm>
          <a:custGeom>
            <a:avLst/>
            <a:gdLst/>
            <a:ahLst/>
            <a:cxnLst/>
            <a:rect l="l" t="t" r="r" b="b"/>
            <a:pathLst>
              <a:path w="0" h="906780">
                <a:moveTo>
                  <a:pt x="0" y="906396"/>
                </a:moveTo>
                <a:lnTo>
                  <a:pt x="0" y="0"/>
                </a:lnTo>
              </a:path>
            </a:pathLst>
          </a:custGeom>
          <a:ln w="636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4356026" y="2030081"/>
            <a:ext cx="165735" cy="0"/>
          </a:xfrm>
          <a:custGeom>
            <a:avLst/>
            <a:gdLst/>
            <a:ahLst/>
            <a:cxnLst/>
            <a:rect l="l" t="t" r="r" b="b"/>
            <a:pathLst>
              <a:path w="165735" h="0">
                <a:moveTo>
                  <a:pt x="0" y="0"/>
                </a:moveTo>
                <a:lnTo>
                  <a:pt x="165579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1" name="object 51"/>
          <p:cNvGrpSpPr/>
          <p:nvPr/>
        </p:nvGrpSpPr>
        <p:grpSpPr>
          <a:xfrm>
            <a:off x="5718876" y="1953484"/>
            <a:ext cx="154940" cy="166370"/>
            <a:chOff x="5718876" y="1953484"/>
            <a:chExt cx="154940" cy="166370"/>
          </a:xfrm>
        </p:grpSpPr>
        <p:sp>
          <p:nvSpPr>
            <p:cNvPr id="52" name="object 52"/>
            <p:cNvSpPr/>
            <p:nvPr/>
          </p:nvSpPr>
          <p:spPr>
            <a:xfrm>
              <a:off x="5744350" y="1953484"/>
              <a:ext cx="0" cy="166370"/>
            </a:xfrm>
            <a:custGeom>
              <a:avLst/>
              <a:gdLst/>
              <a:ahLst/>
              <a:cxnLst/>
              <a:rect l="l" t="t" r="r" b="b"/>
              <a:pathLst>
                <a:path w="0" h="166369">
                  <a:moveTo>
                    <a:pt x="0" y="165959"/>
                  </a:moveTo>
                  <a:lnTo>
                    <a:pt x="0" y="0"/>
                  </a:lnTo>
                </a:path>
              </a:pathLst>
            </a:custGeom>
            <a:ln w="254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5718876" y="2030081"/>
              <a:ext cx="154940" cy="0"/>
            </a:xfrm>
            <a:custGeom>
              <a:avLst/>
              <a:gdLst/>
              <a:ahLst/>
              <a:cxnLst/>
              <a:rect l="l" t="t" r="r" b="b"/>
              <a:pathLst>
                <a:path w="154939" h="0">
                  <a:moveTo>
                    <a:pt x="0" y="0"/>
                  </a:moveTo>
                  <a:lnTo>
                    <a:pt x="154524" y="0"/>
                  </a:lnTo>
                </a:path>
              </a:pathLst>
            </a:custGeom>
            <a:ln w="765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/>
          <p:cNvSpPr/>
          <p:nvPr/>
        </p:nvSpPr>
        <p:spPr>
          <a:xfrm>
            <a:off x="6013507" y="2030081"/>
            <a:ext cx="240665" cy="0"/>
          </a:xfrm>
          <a:custGeom>
            <a:avLst/>
            <a:gdLst/>
            <a:ahLst/>
            <a:cxnLst/>
            <a:rect l="l" t="t" r="r" b="b"/>
            <a:pathLst>
              <a:path w="240664" h="0">
                <a:moveTo>
                  <a:pt x="0" y="0"/>
                </a:moveTo>
                <a:lnTo>
                  <a:pt x="240320" y="0"/>
                </a:lnTo>
              </a:path>
            </a:pathLst>
          </a:custGeom>
          <a:ln w="765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7068990" y="2719452"/>
            <a:ext cx="777240" cy="0"/>
          </a:xfrm>
          <a:custGeom>
            <a:avLst/>
            <a:gdLst/>
            <a:ahLst/>
            <a:cxnLst/>
            <a:rect l="l" t="t" r="r" b="b"/>
            <a:pathLst>
              <a:path w="777240" h="0">
                <a:moveTo>
                  <a:pt x="0" y="0"/>
                </a:moveTo>
                <a:lnTo>
                  <a:pt x="776952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8750263" y="1953484"/>
            <a:ext cx="0" cy="76835"/>
          </a:xfrm>
          <a:custGeom>
            <a:avLst/>
            <a:gdLst/>
            <a:ahLst/>
            <a:cxnLst/>
            <a:rect l="l" t="t" r="r" b="b"/>
            <a:pathLst>
              <a:path w="0" h="76835">
                <a:moveTo>
                  <a:pt x="0" y="76596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9489005" y="1953484"/>
            <a:ext cx="0" cy="281305"/>
          </a:xfrm>
          <a:custGeom>
            <a:avLst/>
            <a:gdLst/>
            <a:ahLst/>
            <a:cxnLst/>
            <a:rect l="l" t="t" r="r" b="b"/>
            <a:pathLst>
              <a:path w="0" h="281305">
                <a:moveTo>
                  <a:pt x="0" y="280855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1858072" y="1953484"/>
            <a:ext cx="0" cy="76835"/>
          </a:xfrm>
          <a:custGeom>
            <a:avLst/>
            <a:gdLst/>
            <a:ahLst/>
            <a:cxnLst/>
            <a:rect l="l" t="t" r="r" b="b"/>
            <a:pathLst>
              <a:path w="0" h="76835">
                <a:moveTo>
                  <a:pt x="0" y="76596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12443969" y="1953484"/>
            <a:ext cx="0" cy="651510"/>
          </a:xfrm>
          <a:custGeom>
            <a:avLst/>
            <a:gdLst/>
            <a:ahLst/>
            <a:cxnLst/>
            <a:rect l="l" t="t" r="r" b="b"/>
            <a:pathLst>
              <a:path w="0" h="651510">
                <a:moveTo>
                  <a:pt x="0" y="651073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5413190" y="2119444"/>
            <a:ext cx="178435" cy="0"/>
          </a:xfrm>
          <a:custGeom>
            <a:avLst/>
            <a:gdLst/>
            <a:ahLst/>
            <a:cxnLst/>
            <a:rect l="l" t="t" r="r" b="b"/>
            <a:pathLst>
              <a:path w="178435" h="0">
                <a:moveTo>
                  <a:pt x="0" y="0"/>
                </a:moveTo>
                <a:lnTo>
                  <a:pt x="178316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8750263" y="2030081"/>
            <a:ext cx="0" cy="204470"/>
          </a:xfrm>
          <a:custGeom>
            <a:avLst/>
            <a:gdLst/>
            <a:ahLst/>
            <a:cxnLst/>
            <a:rect l="l" t="t" r="r" b="b"/>
            <a:pathLst>
              <a:path w="0" h="204469">
                <a:moveTo>
                  <a:pt x="0" y="204258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2" name="object 62"/>
          <p:cNvGrpSpPr/>
          <p:nvPr/>
        </p:nvGrpSpPr>
        <p:grpSpPr>
          <a:xfrm>
            <a:off x="11119330" y="2030081"/>
            <a:ext cx="1226820" cy="128270"/>
            <a:chOff x="11119330" y="2030081"/>
            <a:chExt cx="1226820" cy="128270"/>
          </a:xfrm>
        </p:grpSpPr>
        <p:sp>
          <p:nvSpPr>
            <p:cNvPr id="63" name="object 63"/>
            <p:cNvSpPr/>
            <p:nvPr/>
          </p:nvSpPr>
          <p:spPr>
            <a:xfrm>
              <a:off x="11119330" y="2119444"/>
              <a:ext cx="203835" cy="0"/>
            </a:xfrm>
            <a:custGeom>
              <a:avLst/>
              <a:gdLst/>
              <a:ahLst/>
              <a:cxnLst/>
              <a:rect l="l" t="t" r="r" b="b"/>
              <a:pathLst>
                <a:path w="203834" h="0">
                  <a:moveTo>
                    <a:pt x="0" y="0"/>
                  </a:moveTo>
                  <a:lnTo>
                    <a:pt x="203790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11323121" y="2119444"/>
              <a:ext cx="394970" cy="0"/>
            </a:xfrm>
            <a:custGeom>
              <a:avLst/>
              <a:gdLst/>
              <a:ahLst/>
              <a:cxnLst/>
              <a:rect l="l" t="t" r="r" b="b"/>
              <a:pathLst>
                <a:path w="394970" h="0">
                  <a:moveTo>
                    <a:pt x="0" y="0"/>
                  </a:moveTo>
                  <a:lnTo>
                    <a:pt x="394844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/>
            <p:cNvSpPr/>
            <p:nvPr/>
          </p:nvSpPr>
          <p:spPr>
            <a:xfrm>
              <a:off x="11526912" y="2030081"/>
              <a:ext cx="344170" cy="114935"/>
            </a:xfrm>
            <a:custGeom>
              <a:avLst/>
              <a:gdLst/>
              <a:ahLst/>
              <a:cxnLst/>
              <a:rect l="l" t="t" r="r" b="b"/>
              <a:pathLst>
                <a:path w="344170" h="114935">
                  <a:moveTo>
                    <a:pt x="0" y="114895"/>
                  </a:moveTo>
                  <a:lnTo>
                    <a:pt x="0" y="0"/>
                  </a:lnTo>
                </a:path>
                <a:path w="344170" h="114935">
                  <a:moveTo>
                    <a:pt x="191053" y="89362"/>
                  </a:moveTo>
                  <a:lnTo>
                    <a:pt x="343896" y="89362"/>
                  </a:lnTo>
                </a:path>
                <a:path w="344170" h="114935">
                  <a:moveTo>
                    <a:pt x="331159" y="102129"/>
                  </a:moveTo>
                  <a:lnTo>
                    <a:pt x="331159" y="0"/>
                  </a:lnTo>
                </a:path>
              </a:pathLst>
            </a:custGeom>
            <a:ln w="255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11845335" y="2119444"/>
              <a:ext cx="500380" cy="0"/>
            </a:xfrm>
            <a:custGeom>
              <a:avLst/>
              <a:gdLst/>
              <a:ahLst/>
              <a:cxnLst/>
              <a:rect l="l" t="t" r="r" b="b"/>
              <a:pathLst>
                <a:path w="500379" h="0">
                  <a:moveTo>
                    <a:pt x="0" y="0"/>
                  </a:moveTo>
                  <a:lnTo>
                    <a:pt x="500306" y="0"/>
                  </a:lnTo>
                </a:path>
              </a:pathLst>
            </a:custGeom>
            <a:ln w="765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7" name="object 67"/>
          <p:cNvSpPr/>
          <p:nvPr/>
        </p:nvSpPr>
        <p:spPr>
          <a:xfrm>
            <a:off x="12396589" y="2119444"/>
            <a:ext cx="773430" cy="0"/>
          </a:xfrm>
          <a:custGeom>
            <a:avLst/>
            <a:gdLst/>
            <a:ahLst/>
            <a:cxnLst/>
            <a:rect l="l" t="t" r="r" b="b"/>
            <a:pathLst>
              <a:path w="773430" h="0">
                <a:moveTo>
                  <a:pt x="0" y="0"/>
                </a:moveTo>
                <a:lnTo>
                  <a:pt x="773385" y="0"/>
                </a:lnTo>
              </a:path>
            </a:pathLst>
          </a:custGeom>
          <a:ln w="765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4521606" y="2119444"/>
            <a:ext cx="0" cy="242570"/>
          </a:xfrm>
          <a:custGeom>
            <a:avLst/>
            <a:gdLst/>
            <a:ahLst/>
            <a:cxnLst/>
            <a:rect l="l" t="t" r="r" b="b"/>
            <a:pathLst>
              <a:path w="0" h="242569">
                <a:moveTo>
                  <a:pt x="0" y="242556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11450490" y="2093911"/>
            <a:ext cx="153035" cy="140970"/>
          </a:xfrm>
          <a:custGeom>
            <a:avLst/>
            <a:gdLst/>
            <a:ahLst/>
            <a:cxnLst/>
            <a:rect l="l" t="t" r="r" b="b"/>
            <a:pathLst>
              <a:path w="153034" h="140969">
                <a:moveTo>
                  <a:pt x="0" y="0"/>
                </a:moveTo>
                <a:lnTo>
                  <a:pt x="152843" y="0"/>
                </a:lnTo>
                <a:lnTo>
                  <a:pt x="152843" y="140427"/>
                </a:lnTo>
                <a:lnTo>
                  <a:pt x="0" y="1404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11858072" y="2106678"/>
            <a:ext cx="0" cy="357505"/>
          </a:xfrm>
          <a:custGeom>
            <a:avLst/>
            <a:gdLst/>
            <a:ahLst/>
            <a:cxnLst/>
            <a:rect l="l" t="t" r="r" b="b"/>
            <a:pathLst>
              <a:path w="0" h="357505">
                <a:moveTo>
                  <a:pt x="0" y="357451"/>
                </a:moveTo>
                <a:lnTo>
                  <a:pt x="0" y="0"/>
                </a:lnTo>
              </a:path>
            </a:pathLst>
          </a:custGeom>
          <a:ln w="636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1" name="object 71"/>
          <p:cNvGrpSpPr/>
          <p:nvPr/>
        </p:nvGrpSpPr>
        <p:grpSpPr>
          <a:xfrm>
            <a:off x="980742" y="2234339"/>
            <a:ext cx="2192655" cy="160020"/>
            <a:chOff x="980742" y="2234339"/>
            <a:chExt cx="2192655" cy="160020"/>
          </a:xfrm>
        </p:grpSpPr>
        <p:sp>
          <p:nvSpPr>
            <p:cNvPr id="72" name="object 72"/>
            <p:cNvSpPr/>
            <p:nvPr/>
          </p:nvSpPr>
          <p:spPr>
            <a:xfrm>
              <a:off x="993479" y="2234339"/>
              <a:ext cx="0" cy="153670"/>
            </a:xfrm>
            <a:custGeom>
              <a:avLst/>
              <a:gdLst/>
              <a:ahLst/>
              <a:cxnLst/>
              <a:rect l="l" t="t" r="r" b="b"/>
              <a:pathLst>
                <a:path w="0" h="153669">
                  <a:moveTo>
                    <a:pt x="0" y="153193"/>
                  </a:moveTo>
                  <a:lnTo>
                    <a:pt x="0" y="0"/>
                  </a:lnTo>
                </a:path>
              </a:pathLst>
            </a:custGeom>
            <a:ln w="254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980742" y="2362001"/>
              <a:ext cx="840740" cy="0"/>
            </a:xfrm>
            <a:custGeom>
              <a:avLst/>
              <a:gdLst/>
              <a:ahLst/>
              <a:cxnLst/>
              <a:rect l="l" t="t" r="r" b="b"/>
              <a:pathLst>
                <a:path w="840739" h="0">
                  <a:moveTo>
                    <a:pt x="0" y="0"/>
                  </a:moveTo>
                  <a:lnTo>
                    <a:pt x="840636" y="0"/>
                  </a:lnTo>
                </a:path>
              </a:pathLst>
            </a:custGeom>
            <a:ln w="63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1821379" y="2234339"/>
              <a:ext cx="802640" cy="140970"/>
            </a:xfrm>
            <a:custGeom>
              <a:avLst/>
              <a:gdLst/>
              <a:ahLst/>
              <a:cxnLst/>
              <a:rect l="l" t="t" r="r" b="b"/>
              <a:pathLst>
                <a:path w="802639" h="140969">
                  <a:moveTo>
                    <a:pt x="0" y="127661"/>
                  </a:moveTo>
                  <a:lnTo>
                    <a:pt x="802425" y="127661"/>
                  </a:lnTo>
                </a:path>
                <a:path w="802639" h="140969">
                  <a:moveTo>
                    <a:pt x="789689" y="140427"/>
                  </a:moveTo>
                  <a:lnTo>
                    <a:pt x="789689" y="0"/>
                  </a:lnTo>
                </a:path>
              </a:pathLst>
            </a:custGeom>
            <a:ln w="255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2598331" y="2362001"/>
              <a:ext cx="318770" cy="0"/>
            </a:xfrm>
            <a:custGeom>
              <a:avLst/>
              <a:gdLst/>
              <a:ahLst/>
              <a:cxnLst/>
              <a:rect l="l" t="t" r="r" b="b"/>
              <a:pathLst>
                <a:path w="318769" h="0">
                  <a:moveTo>
                    <a:pt x="0" y="0"/>
                  </a:moveTo>
                  <a:lnTo>
                    <a:pt x="318422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2916754" y="2362001"/>
              <a:ext cx="256540" cy="0"/>
            </a:xfrm>
            <a:custGeom>
              <a:avLst/>
              <a:gdLst/>
              <a:ahLst/>
              <a:cxnLst/>
              <a:rect l="l" t="t" r="r" b="b"/>
              <a:pathLst>
                <a:path w="256539" h="0">
                  <a:moveTo>
                    <a:pt x="0" y="0"/>
                  </a:moveTo>
                  <a:lnTo>
                    <a:pt x="256470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7" name="object 77"/>
          <p:cNvSpPr/>
          <p:nvPr/>
        </p:nvSpPr>
        <p:spPr>
          <a:xfrm>
            <a:off x="3389752" y="2362000"/>
            <a:ext cx="215265" cy="0"/>
          </a:xfrm>
          <a:custGeom>
            <a:avLst/>
            <a:gdLst/>
            <a:ahLst/>
            <a:cxnLst/>
            <a:rect l="l" t="t" r="r" b="b"/>
            <a:pathLst>
              <a:path w="215264" h="0">
                <a:moveTo>
                  <a:pt x="0" y="0"/>
                </a:moveTo>
                <a:lnTo>
                  <a:pt x="214795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7833205" y="2234339"/>
            <a:ext cx="0" cy="128270"/>
          </a:xfrm>
          <a:custGeom>
            <a:avLst/>
            <a:gdLst/>
            <a:ahLst/>
            <a:cxnLst/>
            <a:rect l="l" t="t" r="r" b="b"/>
            <a:pathLst>
              <a:path w="0" h="128269">
                <a:moveTo>
                  <a:pt x="0" y="127661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8431840" y="2234339"/>
            <a:ext cx="0" cy="485140"/>
          </a:xfrm>
          <a:custGeom>
            <a:avLst/>
            <a:gdLst/>
            <a:ahLst/>
            <a:cxnLst/>
            <a:rect l="l" t="t" r="r" b="b"/>
            <a:pathLst>
              <a:path w="0" h="485139">
                <a:moveTo>
                  <a:pt x="0" y="485113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9489005" y="2234339"/>
            <a:ext cx="0" cy="868680"/>
          </a:xfrm>
          <a:custGeom>
            <a:avLst/>
            <a:gdLst/>
            <a:ahLst/>
            <a:cxnLst/>
            <a:rect l="l" t="t" r="r" b="b"/>
            <a:pathLst>
              <a:path w="0" h="868680">
                <a:moveTo>
                  <a:pt x="0" y="868097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11526911" y="2234339"/>
            <a:ext cx="0" cy="970280"/>
          </a:xfrm>
          <a:custGeom>
            <a:avLst/>
            <a:gdLst/>
            <a:ahLst/>
            <a:cxnLst/>
            <a:rect l="l" t="t" r="r" b="b"/>
            <a:pathLst>
              <a:path w="0" h="970280">
                <a:moveTo>
                  <a:pt x="0" y="970226"/>
                </a:moveTo>
                <a:lnTo>
                  <a:pt x="0" y="0"/>
                </a:lnTo>
              </a:path>
            </a:pathLst>
          </a:custGeom>
          <a:ln w="636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2611068" y="2336468"/>
            <a:ext cx="0" cy="383540"/>
          </a:xfrm>
          <a:custGeom>
            <a:avLst/>
            <a:gdLst/>
            <a:ahLst/>
            <a:cxnLst/>
            <a:rect l="l" t="t" r="r" b="b"/>
            <a:pathLst>
              <a:path w="0" h="383539">
                <a:moveTo>
                  <a:pt x="0" y="382984"/>
                </a:moveTo>
                <a:lnTo>
                  <a:pt x="0" y="0"/>
                </a:lnTo>
              </a:path>
            </a:pathLst>
          </a:custGeom>
          <a:ln w="636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3" name="object 83"/>
          <p:cNvGrpSpPr/>
          <p:nvPr/>
        </p:nvGrpSpPr>
        <p:grpSpPr>
          <a:xfrm>
            <a:off x="4336920" y="2362000"/>
            <a:ext cx="426720" cy="741045"/>
            <a:chOff x="4336920" y="2362000"/>
            <a:chExt cx="426720" cy="741045"/>
          </a:xfrm>
        </p:grpSpPr>
        <p:sp>
          <p:nvSpPr>
            <p:cNvPr id="84" name="object 84"/>
            <p:cNvSpPr/>
            <p:nvPr/>
          </p:nvSpPr>
          <p:spPr>
            <a:xfrm>
              <a:off x="4381500" y="2362000"/>
              <a:ext cx="0" cy="741045"/>
            </a:xfrm>
            <a:custGeom>
              <a:avLst/>
              <a:gdLst/>
              <a:ahLst/>
              <a:cxnLst/>
              <a:rect l="l" t="t" r="r" b="b"/>
              <a:pathLst>
                <a:path w="0" h="741044">
                  <a:moveTo>
                    <a:pt x="0" y="740436"/>
                  </a:moveTo>
                  <a:lnTo>
                    <a:pt x="0" y="0"/>
                  </a:lnTo>
                </a:path>
              </a:pathLst>
            </a:custGeom>
            <a:ln w="891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4343289" y="2464130"/>
              <a:ext cx="420370" cy="0"/>
            </a:xfrm>
            <a:custGeom>
              <a:avLst/>
              <a:gdLst/>
              <a:ahLst/>
              <a:cxnLst/>
              <a:rect l="l" t="t" r="r" b="b"/>
              <a:pathLst>
                <a:path w="420370" h="0">
                  <a:moveTo>
                    <a:pt x="0" y="0"/>
                  </a:moveTo>
                  <a:lnTo>
                    <a:pt x="420318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4521606" y="2362000"/>
              <a:ext cx="0" cy="114935"/>
            </a:xfrm>
            <a:custGeom>
              <a:avLst/>
              <a:gdLst/>
              <a:ahLst/>
              <a:cxnLst/>
              <a:rect l="l" t="t" r="r" b="b"/>
              <a:pathLst>
                <a:path w="0" h="114935">
                  <a:moveTo>
                    <a:pt x="0" y="114895"/>
                  </a:moveTo>
                  <a:lnTo>
                    <a:pt x="0" y="0"/>
                  </a:lnTo>
                </a:path>
              </a:pathLst>
            </a:custGeom>
            <a:ln w="509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7" name="object 87"/>
          <p:cNvSpPr/>
          <p:nvPr/>
        </p:nvSpPr>
        <p:spPr>
          <a:xfrm>
            <a:off x="6100984" y="2464130"/>
            <a:ext cx="394970" cy="0"/>
          </a:xfrm>
          <a:custGeom>
            <a:avLst/>
            <a:gdLst/>
            <a:ahLst/>
            <a:cxnLst/>
            <a:rect l="l" t="t" r="r" b="b"/>
            <a:pathLst>
              <a:path w="394970" h="0">
                <a:moveTo>
                  <a:pt x="0" y="0"/>
                </a:moveTo>
                <a:lnTo>
                  <a:pt x="394844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7833205" y="2362000"/>
            <a:ext cx="0" cy="638810"/>
          </a:xfrm>
          <a:custGeom>
            <a:avLst/>
            <a:gdLst/>
            <a:ahLst/>
            <a:cxnLst/>
            <a:rect l="l" t="t" r="r" b="b"/>
            <a:pathLst>
              <a:path w="0" h="638810">
                <a:moveTo>
                  <a:pt x="0" y="638307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2572857" y="2604557"/>
            <a:ext cx="344170" cy="0"/>
          </a:xfrm>
          <a:custGeom>
            <a:avLst/>
            <a:gdLst/>
            <a:ahLst/>
            <a:cxnLst/>
            <a:rect l="l" t="t" r="r" b="b"/>
            <a:pathLst>
              <a:path w="344169" h="0">
                <a:moveTo>
                  <a:pt x="0" y="0"/>
                </a:moveTo>
                <a:lnTo>
                  <a:pt x="343896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4521606" y="2451363"/>
            <a:ext cx="0" cy="153670"/>
          </a:xfrm>
          <a:custGeom>
            <a:avLst/>
            <a:gdLst/>
            <a:ahLst/>
            <a:cxnLst/>
            <a:rect l="l" t="t" r="r" b="b"/>
            <a:pathLst>
              <a:path w="0" h="153669">
                <a:moveTo>
                  <a:pt x="0" y="153193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8750263" y="2234339"/>
            <a:ext cx="0" cy="1200150"/>
          </a:xfrm>
          <a:custGeom>
            <a:avLst/>
            <a:gdLst/>
            <a:ahLst/>
            <a:cxnLst/>
            <a:rect l="l" t="t" r="r" b="b"/>
            <a:pathLst>
              <a:path w="0" h="1200150">
                <a:moveTo>
                  <a:pt x="0" y="1200017"/>
                </a:moveTo>
                <a:lnTo>
                  <a:pt x="0" y="0"/>
                </a:lnTo>
              </a:path>
            </a:pathLst>
          </a:custGeom>
          <a:ln w="636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11858072" y="2464130"/>
            <a:ext cx="0" cy="140970"/>
          </a:xfrm>
          <a:custGeom>
            <a:avLst/>
            <a:gdLst/>
            <a:ahLst/>
            <a:cxnLst/>
            <a:rect l="l" t="t" r="r" b="b"/>
            <a:pathLst>
              <a:path w="0" h="140969">
                <a:moveTo>
                  <a:pt x="0" y="140427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12010914" y="2464130"/>
            <a:ext cx="0" cy="140970"/>
          </a:xfrm>
          <a:custGeom>
            <a:avLst/>
            <a:gdLst/>
            <a:ahLst/>
            <a:cxnLst/>
            <a:rect l="l" t="t" r="r" b="b"/>
            <a:pathLst>
              <a:path w="0" h="140969">
                <a:moveTo>
                  <a:pt x="0" y="140427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12826077" y="2604557"/>
            <a:ext cx="356870" cy="0"/>
          </a:xfrm>
          <a:custGeom>
            <a:avLst/>
            <a:gdLst/>
            <a:ahLst/>
            <a:cxnLst/>
            <a:rect l="l" t="t" r="r" b="b"/>
            <a:pathLst>
              <a:path w="356869" h="0">
                <a:moveTo>
                  <a:pt x="0" y="0"/>
                </a:moveTo>
                <a:lnTo>
                  <a:pt x="356633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95" name="object 95"/>
          <p:cNvGrpSpPr/>
          <p:nvPr/>
        </p:nvGrpSpPr>
        <p:grpSpPr>
          <a:xfrm>
            <a:off x="4343289" y="2604557"/>
            <a:ext cx="2038350" cy="179070"/>
            <a:chOff x="4343289" y="2604557"/>
            <a:chExt cx="2038350" cy="179070"/>
          </a:xfrm>
        </p:grpSpPr>
        <p:sp>
          <p:nvSpPr>
            <p:cNvPr id="96" name="object 96"/>
            <p:cNvSpPr/>
            <p:nvPr/>
          </p:nvSpPr>
          <p:spPr>
            <a:xfrm>
              <a:off x="4343289" y="2719452"/>
              <a:ext cx="624205" cy="0"/>
            </a:xfrm>
            <a:custGeom>
              <a:avLst/>
              <a:gdLst/>
              <a:ahLst/>
              <a:cxnLst/>
              <a:rect l="l" t="t" r="r" b="b"/>
              <a:pathLst>
                <a:path w="624204" h="0">
                  <a:moveTo>
                    <a:pt x="0" y="0"/>
                  </a:moveTo>
                  <a:lnTo>
                    <a:pt x="624109" y="0"/>
                  </a:lnTo>
                </a:path>
              </a:pathLst>
            </a:custGeom>
            <a:ln w="63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4967398" y="2719452"/>
              <a:ext cx="446405" cy="0"/>
            </a:xfrm>
            <a:custGeom>
              <a:avLst/>
              <a:gdLst/>
              <a:ahLst/>
              <a:cxnLst/>
              <a:rect l="l" t="t" r="r" b="b"/>
              <a:pathLst>
                <a:path w="446404" h="0">
                  <a:moveTo>
                    <a:pt x="0" y="0"/>
                  </a:moveTo>
                  <a:lnTo>
                    <a:pt x="445792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5413190" y="2719452"/>
              <a:ext cx="191135" cy="0"/>
            </a:xfrm>
            <a:custGeom>
              <a:avLst/>
              <a:gdLst/>
              <a:ahLst/>
              <a:cxnLst/>
              <a:rect l="l" t="t" r="r" b="b"/>
              <a:pathLst>
                <a:path w="191135" h="0">
                  <a:moveTo>
                    <a:pt x="0" y="0"/>
                  </a:moveTo>
                  <a:lnTo>
                    <a:pt x="191053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5566033" y="2604557"/>
              <a:ext cx="0" cy="140970"/>
            </a:xfrm>
            <a:custGeom>
              <a:avLst/>
              <a:gdLst/>
              <a:ahLst/>
              <a:cxnLst/>
              <a:rect l="l" t="t" r="r" b="b"/>
              <a:pathLst>
                <a:path w="0" h="140969">
                  <a:moveTo>
                    <a:pt x="0" y="140427"/>
                  </a:moveTo>
                  <a:lnTo>
                    <a:pt x="0" y="0"/>
                  </a:lnTo>
                </a:path>
              </a:pathLst>
            </a:custGeom>
            <a:ln w="636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5540559" y="2655622"/>
              <a:ext cx="127635" cy="128270"/>
            </a:xfrm>
            <a:custGeom>
              <a:avLst/>
              <a:gdLst/>
              <a:ahLst/>
              <a:cxnLst/>
              <a:rect l="l" t="t" r="r" b="b"/>
              <a:pathLst>
                <a:path w="127635" h="128269">
                  <a:moveTo>
                    <a:pt x="0" y="0"/>
                  </a:moveTo>
                  <a:lnTo>
                    <a:pt x="127369" y="0"/>
                  </a:lnTo>
                  <a:lnTo>
                    <a:pt x="127369" y="127661"/>
                  </a:lnTo>
                  <a:lnTo>
                    <a:pt x="0" y="1276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5667929" y="2719452"/>
              <a:ext cx="76835" cy="0"/>
            </a:xfrm>
            <a:custGeom>
              <a:avLst/>
              <a:gdLst/>
              <a:ahLst/>
              <a:cxnLst/>
              <a:rect l="l" t="t" r="r" b="b"/>
              <a:pathLst>
                <a:path w="76835" h="0">
                  <a:moveTo>
                    <a:pt x="0" y="0"/>
                  </a:moveTo>
                  <a:lnTo>
                    <a:pt x="76421" y="0"/>
                  </a:lnTo>
                </a:path>
              </a:pathLst>
            </a:custGeom>
            <a:ln w="63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5744350" y="2719452"/>
              <a:ext cx="255270" cy="0"/>
            </a:xfrm>
            <a:custGeom>
              <a:avLst/>
              <a:gdLst/>
              <a:ahLst/>
              <a:cxnLst/>
              <a:rect l="l" t="t" r="r" b="b"/>
              <a:pathLst>
                <a:path w="255270" h="0">
                  <a:moveTo>
                    <a:pt x="0" y="0"/>
                  </a:moveTo>
                  <a:lnTo>
                    <a:pt x="254738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5999089" y="2719452"/>
              <a:ext cx="382270" cy="0"/>
            </a:xfrm>
            <a:custGeom>
              <a:avLst/>
              <a:gdLst/>
              <a:ahLst/>
              <a:cxnLst/>
              <a:rect l="l" t="t" r="r" b="b"/>
              <a:pathLst>
                <a:path w="382270" h="0">
                  <a:moveTo>
                    <a:pt x="0" y="0"/>
                  </a:moveTo>
                  <a:lnTo>
                    <a:pt x="382107" y="0"/>
                  </a:lnTo>
                </a:path>
              </a:pathLst>
            </a:custGeom>
            <a:ln w="63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4" name="object 104"/>
          <p:cNvSpPr/>
          <p:nvPr/>
        </p:nvSpPr>
        <p:spPr>
          <a:xfrm>
            <a:off x="8406366" y="2719452"/>
            <a:ext cx="382270" cy="0"/>
          </a:xfrm>
          <a:custGeom>
            <a:avLst/>
            <a:gdLst/>
            <a:ahLst/>
            <a:cxnLst/>
            <a:rect l="l" t="t" r="r" b="b"/>
            <a:pathLst>
              <a:path w="382270" h="0">
                <a:moveTo>
                  <a:pt x="0" y="0"/>
                </a:moveTo>
                <a:lnTo>
                  <a:pt x="382107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13144501" y="2604557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114895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8431840" y="2719452"/>
            <a:ext cx="0" cy="281305"/>
          </a:xfrm>
          <a:custGeom>
            <a:avLst/>
            <a:gdLst/>
            <a:ahLst/>
            <a:cxnLst/>
            <a:rect l="l" t="t" r="r" b="b"/>
            <a:pathLst>
              <a:path w="0" h="281305">
                <a:moveTo>
                  <a:pt x="0" y="280855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9399846" y="3000308"/>
            <a:ext cx="1172210" cy="0"/>
          </a:xfrm>
          <a:custGeom>
            <a:avLst/>
            <a:gdLst/>
            <a:ahLst/>
            <a:cxnLst/>
            <a:rect l="l" t="t" r="r" b="b"/>
            <a:pathLst>
              <a:path w="1172209" h="0">
                <a:moveTo>
                  <a:pt x="0" y="0"/>
                </a:moveTo>
                <a:lnTo>
                  <a:pt x="1171796" y="0"/>
                </a:lnTo>
              </a:path>
            </a:pathLst>
          </a:custGeom>
          <a:ln w="765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11042908" y="2719452"/>
            <a:ext cx="0" cy="485140"/>
          </a:xfrm>
          <a:custGeom>
            <a:avLst/>
            <a:gdLst/>
            <a:ahLst/>
            <a:cxnLst/>
            <a:rect l="l" t="t" r="r" b="b"/>
            <a:pathLst>
              <a:path w="0" h="485139">
                <a:moveTo>
                  <a:pt x="0" y="485113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09" name="object 109"/>
          <p:cNvGrpSpPr/>
          <p:nvPr/>
        </p:nvGrpSpPr>
        <p:grpSpPr>
          <a:xfrm>
            <a:off x="12685971" y="2719452"/>
            <a:ext cx="497205" cy="294005"/>
            <a:chOff x="12685971" y="2719452"/>
            <a:chExt cx="497205" cy="294005"/>
          </a:xfrm>
        </p:grpSpPr>
        <p:sp>
          <p:nvSpPr>
            <p:cNvPr id="110" name="object 110"/>
            <p:cNvSpPr/>
            <p:nvPr/>
          </p:nvSpPr>
          <p:spPr>
            <a:xfrm>
              <a:off x="12685971" y="3000308"/>
              <a:ext cx="497205" cy="0"/>
            </a:xfrm>
            <a:custGeom>
              <a:avLst/>
              <a:gdLst/>
              <a:ahLst/>
              <a:cxnLst/>
              <a:rect l="l" t="t" r="r" b="b"/>
              <a:pathLst>
                <a:path w="497205" h="0">
                  <a:moveTo>
                    <a:pt x="0" y="0"/>
                  </a:moveTo>
                  <a:lnTo>
                    <a:pt x="496739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/>
            <p:cNvSpPr/>
            <p:nvPr/>
          </p:nvSpPr>
          <p:spPr>
            <a:xfrm>
              <a:off x="13144500" y="2719452"/>
              <a:ext cx="0" cy="294005"/>
            </a:xfrm>
            <a:custGeom>
              <a:avLst/>
              <a:gdLst/>
              <a:ahLst/>
              <a:cxnLst/>
              <a:rect l="l" t="t" r="r" b="b"/>
              <a:pathLst>
                <a:path w="0" h="294005">
                  <a:moveTo>
                    <a:pt x="0" y="293621"/>
                  </a:moveTo>
                  <a:lnTo>
                    <a:pt x="0" y="0"/>
                  </a:lnTo>
                </a:path>
              </a:pathLst>
            </a:custGeom>
            <a:ln w="636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2" name="object 112"/>
          <p:cNvGrpSpPr/>
          <p:nvPr/>
        </p:nvGrpSpPr>
        <p:grpSpPr>
          <a:xfrm>
            <a:off x="7272780" y="3076905"/>
            <a:ext cx="560705" cy="51435"/>
            <a:chOff x="7272780" y="3076905"/>
            <a:chExt cx="560705" cy="51435"/>
          </a:xfrm>
        </p:grpSpPr>
        <p:sp>
          <p:nvSpPr>
            <p:cNvPr id="113" name="object 113"/>
            <p:cNvSpPr/>
            <p:nvPr/>
          </p:nvSpPr>
          <p:spPr>
            <a:xfrm>
              <a:off x="7272780" y="3102437"/>
              <a:ext cx="255270" cy="0"/>
            </a:xfrm>
            <a:custGeom>
              <a:avLst/>
              <a:gdLst/>
              <a:ahLst/>
              <a:cxnLst/>
              <a:rect l="l" t="t" r="r" b="b"/>
              <a:pathLst>
                <a:path w="255270" h="0">
                  <a:moveTo>
                    <a:pt x="0" y="0"/>
                  </a:moveTo>
                  <a:lnTo>
                    <a:pt x="254738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7476571" y="3102437"/>
              <a:ext cx="356870" cy="0"/>
            </a:xfrm>
            <a:custGeom>
              <a:avLst/>
              <a:gdLst/>
              <a:ahLst/>
              <a:cxnLst/>
              <a:rect l="l" t="t" r="r" b="b"/>
              <a:pathLst>
                <a:path w="356870" h="0">
                  <a:moveTo>
                    <a:pt x="0" y="0"/>
                  </a:moveTo>
                  <a:lnTo>
                    <a:pt x="356633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5" name="object 115"/>
          <p:cNvSpPr/>
          <p:nvPr/>
        </p:nvSpPr>
        <p:spPr>
          <a:xfrm>
            <a:off x="8737526" y="3102437"/>
            <a:ext cx="216535" cy="0"/>
          </a:xfrm>
          <a:custGeom>
            <a:avLst/>
            <a:gdLst/>
            <a:ahLst/>
            <a:cxnLst/>
            <a:rect l="l" t="t" r="r" b="b"/>
            <a:pathLst>
              <a:path w="216534" h="0">
                <a:moveTo>
                  <a:pt x="0" y="0"/>
                </a:moveTo>
                <a:lnTo>
                  <a:pt x="216527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16" name="object 116"/>
          <p:cNvGrpSpPr/>
          <p:nvPr/>
        </p:nvGrpSpPr>
        <p:grpSpPr>
          <a:xfrm>
            <a:off x="11501438" y="3293929"/>
            <a:ext cx="1809114" cy="51435"/>
            <a:chOff x="11501438" y="3293929"/>
            <a:chExt cx="1809114" cy="51435"/>
          </a:xfrm>
        </p:grpSpPr>
        <p:sp>
          <p:nvSpPr>
            <p:cNvPr id="117" name="object 117"/>
            <p:cNvSpPr/>
            <p:nvPr/>
          </p:nvSpPr>
          <p:spPr>
            <a:xfrm>
              <a:off x="11501438" y="3319461"/>
              <a:ext cx="942975" cy="0"/>
            </a:xfrm>
            <a:custGeom>
              <a:avLst/>
              <a:gdLst/>
              <a:ahLst/>
              <a:cxnLst/>
              <a:rect l="l" t="t" r="r" b="b"/>
              <a:pathLst>
                <a:path w="942975" h="0">
                  <a:moveTo>
                    <a:pt x="0" y="0"/>
                  </a:moveTo>
                  <a:lnTo>
                    <a:pt x="942532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12443970" y="3319461"/>
              <a:ext cx="866140" cy="0"/>
            </a:xfrm>
            <a:custGeom>
              <a:avLst/>
              <a:gdLst/>
              <a:ahLst/>
              <a:cxnLst/>
              <a:rect l="l" t="t" r="r" b="b"/>
              <a:pathLst>
                <a:path w="866140" h="0">
                  <a:moveTo>
                    <a:pt x="0" y="0"/>
                  </a:moveTo>
                  <a:lnTo>
                    <a:pt x="866110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9" name="object 119"/>
          <p:cNvSpPr/>
          <p:nvPr/>
        </p:nvSpPr>
        <p:spPr>
          <a:xfrm>
            <a:off x="4381500" y="3102437"/>
            <a:ext cx="0" cy="217170"/>
          </a:xfrm>
          <a:custGeom>
            <a:avLst/>
            <a:gdLst/>
            <a:ahLst/>
            <a:cxnLst/>
            <a:rect l="l" t="t" r="r" b="b"/>
            <a:pathLst>
              <a:path w="0" h="217170">
                <a:moveTo>
                  <a:pt x="0" y="217024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7272780" y="3102437"/>
            <a:ext cx="0" cy="332105"/>
          </a:xfrm>
          <a:custGeom>
            <a:avLst/>
            <a:gdLst/>
            <a:ahLst/>
            <a:cxnLst/>
            <a:rect l="l" t="t" r="r" b="b"/>
            <a:pathLst>
              <a:path w="0" h="332104">
                <a:moveTo>
                  <a:pt x="0" y="331919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11526911" y="3204566"/>
            <a:ext cx="0" cy="204470"/>
          </a:xfrm>
          <a:custGeom>
            <a:avLst/>
            <a:gdLst/>
            <a:ahLst/>
            <a:cxnLst/>
            <a:rect l="l" t="t" r="r" b="b"/>
            <a:pathLst>
              <a:path w="0" h="204470">
                <a:moveTo>
                  <a:pt x="0" y="204258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968005" y="3408824"/>
            <a:ext cx="255270" cy="0"/>
          </a:xfrm>
          <a:custGeom>
            <a:avLst/>
            <a:gdLst/>
            <a:ahLst/>
            <a:cxnLst/>
            <a:rect l="l" t="t" r="r" b="b"/>
            <a:pathLst>
              <a:path w="255269" h="0">
                <a:moveTo>
                  <a:pt x="0" y="0"/>
                </a:moveTo>
                <a:lnTo>
                  <a:pt x="254738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23" name="object 123"/>
          <p:cNvGrpSpPr/>
          <p:nvPr/>
        </p:nvGrpSpPr>
        <p:grpSpPr>
          <a:xfrm>
            <a:off x="6674146" y="1851355"/>
            <a:ext cx="4649470" cy="1596390"/>
            <a:chOff x="6674146" y="1851355"/>
            <a:chExt cx="4649470" cy="1596390"/>
          </a:xfrm>
        </p:grpSpPr>
        <p:sp>
          <p:nvSpPr>
            <p:cNvPr id="124" name="object 124"/>
            <p:cNvSpPr/>
            <p:nvPr/>
          </p:nvSpPr>
          <p:spPr>
            <a:xfrm>
              <a:off x="6674146" y="1851355"/>
              <a:ext cx="1159510" cy="1596390"/>
            </a:xfrm>
            <a:custGeom>
              <a:avLst/>
              <a:gdLst/>
              <a:ahLst/>
              <a:cxnLst/>
              <a:rect l="l" t="t" r="r" b="b"/>
              <a:pathLst>
                <a:path w="1159509" h="1596389">
                  <a:moveTo>
                    <a:pt x="0" y="1557469"/>
                  </a:moveTo>
                  <a:lnTo>
                    <a:pt x="1159059" y="1557469"/>
                  </a:lnTo>
                </a:path>
                <a:path w="1159509" h="1596389">
                  <a:moveTo>
                    <a:pt x="827899" y="1595767"/>
                  </a:moveTo>
                  <a:lnTo>
                    <a:pt x="827899" y="0"/>
                  </a:lnTo>
                </a:path>
              </a:pathLst>
            </a:custGeom>
            <a:ln w="765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7833205" y="3408824"/>
              <a:ext cx="356870" cy="0"/>
            </a:xfrm>
            <a:custGeom>
              <a:avLst/>
              <a:gdLst/>
              <a:ahLst/>
              <a:cxnLst/>
              <a:rect l="l" t="t" r="r" b="b"/>
              <a:pathLst>
                <a:path w="356870" h="0">
                  <a:moveTo>
                    <a:pt x="0" y="0"/>
                  </a:moveTo>
                  <a:lnTo>
                    <a:pt x="356633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8189839" y="3408824"/>
              <a:ext cx="1299210" cy="0"/>
            </a:xfrm>
            <a:custGeom>
              <a:avLst/>
              <a:gdLst/>
              <a:ahLst/>
              <a:cxnLst/>
              <a:rect l="l" t="t" r="r" b="b"/>
              <a:pathLst>
                <a:path w="1299209" h="0">
                  <a:moveTo>
                    <a:pt x="0" y="0"/>
                  </a:moveTo>
                  <a:lnTo>
                    <a:pt x="1299165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9489005" y="3408824"/>
              <a:ext cx="140335" cy="0"/>
            </a:xfrm>
            <a:custGeom>
              <a:avLst/>
              <a:gdLst/>
              <a:ahLst/>
              <a:cxnLst/>
              <a:rect l="l" t="t" r="r" b="b"/>
              <a:pathLst>
                <a:path w="140334" h="0">
                  <a:moveTo>
                    <a:pt x="0" y="0"/>
                  </a:moveTo>
                  <a:lnTo>
                    <a:pt x="140106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9629111" y="3408824"/>
              <a:ext cx="1694180" cy="0"/>
            </a:xfrm>
            <a:custGeom>
              <a:avLst/>
              <a:gdLst/>
              <a:ahLst/>
              <a:cxnLst/>
              <a:rect l="l" t="t" r="r" b="b"/>
              <a:pathLst>
                <a:path w="1694179" h="0">
                  <a:moveTo>
                    <a:pt x="0" y="0"/>
                  </a:moveTo>
                  <a:lnTo>
                    <a:pt x="1694010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9" name="object 129"/>
          <p:cNvSpPr/>
          <p:nvPr/>
        </p:nvSpPr>
        <p:spPr>
          <a:xfrm>
            <a:off x="12826077" y="3306695"/>
            <a:ext cx="0" cy="727710"/>
          </a:xfrm>
          <a:custGeom>
            <a:avLst/>
            <a:gdLst/>
            <a:ahLst/>
            <a:cxnLst/>
            <a:rect l="l" t="t" r="r" b="b"/>
            <a:pathLst>
              <a:path w="0" h="727710">
                <a:moveTo>
                  <a:pt x="0" y="727670"/>
                </a:moveTo>
                <a:lnTo>
                  <a:pt x="0" y="0"/>
                </a:lnTo>
              </a:path>
            </a:pathLst>
          </a:custGeom>
          <a:ln w="636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13144501" y="3293929"/>
            <a:ext cx="0" cy="1724025"/>
          </a:xfrm>
          <a:custGeom>
            <a:avLst/>
            <a:gdLst/>
            <a:ahLst/>
            <a:cxnLst/>
            <a:rect l="l" t="t" r="r" b="b"/>
            <a:pathLst>
              <a:path w="0" h="1724025">
                <a:moveTo>
                  <a:pt x="0" y="1723429"/>
                </a:moveTo>
                <a:lnTo>
                  <a:pt x="0" y="0"/>
                </a:lnTo>
              </a:path>
            </a:pathLst>
          </a:custGeom>
          <a:ln w="8915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4967398" y="3408824"/>
            <a:ext cx="0" cy="89535"/>
          </a:xfrm>
          <a:custGeom>
            <a:avLst/>
            <a:gdLst/>
            <a:ahLst/>
            <a:cxnLst/>
            <a:rect l="l" t="t" r="r" b="b"/>
            <a:pathLst>
              <a:path w="0" h="89535">
                <a:moveTo>
                  <a:pt x="0" y="89362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5413190" y="3408824"/>
            <a:ext cx="0" cy="89535"/>
          </a:xfrm>
          <a:custGeom>
            <a:avLst/>
            <a:gdLst/>
            <a:ahLst/>
            <a:cxnLst/>
            <a:rect l="l" t="t" r="r" b="b"/>
            <a:pathLst>
              <a:path w="0" h="89535">
                <a:moveTo>
                  <a:pt x="0" y="89362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33" name="object 133"/>
          <p:cNvGrpSpPr/>
          <p:nvPr/>
        </p:nvGrpSpPr>
        <p:grpSpPr>
          <a:xfrm>
            <a:off x="7081727" y="3383292"/>
            <a:ext cx="3502660" cy="447040"/>
            <a:chOff x="7081727" y="3383292"/>
            <a:chExt cx="3502660" cy="447040"/>
          </a:xfrm>
        </p:grpSpPr>
        <p:sp>
          <p:nvSpPr>
            <p:cNvPr id="134" name="object 134"/>
            <p:cNvSpPr/>
            <p:nvPr/>
          </p:nvSpPr>
          <p:spPr>
            <a:xfrm>
              <a:off x="7081727" y="3804574"/>
              <a:ext cx="3502660" cy="0"/>
            </a:xfrm>
            <a:custGeom>
              <a:avLst/>
              <a:gdLst/>
              <a:ahLst/>
              <a:cxnLst/>
              <a:rect l="l" t="t" r="r" b="b"/>
              <a:pathLst>
                <a:path w="3502659" h="0">
                  <a:moveTo>
                    <a:pt x="0" y="0"/>
                  </a:moveTo>
                  <a:lnTo>
                    <a:pt x="3502652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/>
            <p:cNvSpPr/>
            <p:nvPr/>
          </p:nvSpPr>
          <p:spPr>
            <a:xfrm>
              <a:off x="10571643" y="3383292"/>
              <a:ext cx="0" cy="447040"/>
            </a:xfrm>
            <a:custGeom>
              <a:avLst/>
              <a:gdLst/>
              <a:ahLst/>
              <a:cxnLst/>
              <a:rect l="l" t="t" r="r" b="b"/>
              <a:pathLst>
                <a:path w="0" h="447039">
                  <a:moveTo>
                    <a:pt x="0" y="446814"/>
                  </a:moveTo>
                  <a:lnTo>
                    <a:pt x="0" y="0"/>
                  </a:lnTo>
                </a:path>
              </a:pathLst>
            </a:custGeom>
            <a:ln w="254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6" name="object 136"/>
          <p:cNvSpPr/>
          <p:nvPr/>
        </p:nvSpPr>
        <p:spPr>
          <a:xfrm>
            <a:off x="11463226" y="3389675"/>
            <a:ext cx="127635" cy="114935"/>
          </a:xfrm>
          <a:custGeom>
            <a:avLst/>
            <a:gdLst/>
            <a:ahLst/>
            <a:cxnLst/>
            <a:rect l="l" t="t" r="r" b="b"/>
            <a:pathLst>
              <a:path w="127634" h="114935">
                <a:moveTo>
                  <a:pt x="0" y="0"/>
                </a:moveTo>
                <a:lnTo>
                  <a:pt x="127369" y="0"/>
                </a:lnTo>
                <a:lnTo>
                  <a:pt x="127369" y="114895"/>
                </a:lnTo>
                <a:lnTo>
                  <a:pt x="0" y="1148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11654280" y="3396058"/>
            <a:ext cx="127635" cy="114935"/>
          </a:xfrm>
          <a:custGeom>
            <a:avLst/>
            <a:gdLst/>
            <a:ahLst/>
            <a:cxnLst/>
            <a:rect l="l" t="t" r="r" b="b"/>
            <a:pathLst>
              <a:path w="127634" h="114935">
                <a:moveTo>
                  <a:pt x="0" y="0"/>
                </a:moveTo>
                <a:lnTo>
                  <a:pt x="127369" y="0"/>
                </a:lnTo>
                <a:lnTo>
                  <a:pt x="127369" y="114895"/>
                </a:lnTo>
                <a:lnTo>
                  <a:pt x="0" y="1148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/>
          <p:nvPr/>
        </p:nvSpPr>
        <p:spPr>
          <a:xfrm>
            <a:off x="3120545" y="3562018"/>
            <a:ext cx="1286510" cy="0"/>
          </a:xfrm>
          <a:custGeom>
            <a:avLst/>
            <a:gdLst/>
            <a:ahLst/>
            <a:cxnLst/>
            <a:rect l="l" t="t" r="r" b="b"/>
            <a:pathLst>
              <a:path w="1286510" h="0">
                <a:moveTo>
                  <a:pt x="0" y="0"/>
                </a:moveTo>
                <a:lnTo>
                  <a:pt x="1286428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4967398" y="3498187"/>
            <a:ext cx="0" cy="523875"/>
          </a:xfrm>
          <a:custGeom>
            <a:avLst/>
            <a:gdLst/>
            <a:ahLst/>
            <a:cxnLst/>
            <a:rect l="l" t="t" r="r" b="b"/>
            <a:pathLst>
              <a:path w="0" h="523875">
                <a:moveTo>
                  <a:pt x="0" y="523411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/>
          <p:nvPr/>
        </p:nvSpPr>
        <p:spPr>
          <a:xfrm>
            <a:off x="11463226" y="3472655"/>
            <a:ext cx="127635" cy="114935"/>
          </a:xfrm>
          <a:custGeom>
            <a:avLst/>
            <a:gdLst/>
            <a:ahLst/>
            <a:cxnLst/>
            <a:rect l="l" t="t" r="r" b="b"/>
            <a:pathLst>
              <a:path w="127634" h="114935">
                <a:moveTo>
                  <a:pt x="0" y="0"/>
                </a:moveTo>
                <a:lnTo>
                  <a:pt x="127369" y="0"/>
                </a:lnTo>
                <a:lnTo>
                  <a:pt x="127369" y="114895"/>
                </a:lnTo>
                <a:lnTo>
                  <a:pt x="0" y="1148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/>
          <p:nvPr/>
        </p:nvSpPr>
        <p:spPr>
          <a:xfrm>
            <a:off x="11654280" y="3472655"/>
            <a:ext cx="127635" cy="114935"/>
          </a:xfrm>
          <a:custGeom>
            <a:avLst/>
            <a:gdLst/>
            <a:ahLst/>
            <a:cxnLst/>
            <a:rect l="l" t="t" r="r" b="b"/>
            <a:pathLst>
              <a:path w="127634" h="114935">
                <a:moveTo>
                  <a:pt x="0" y="0"/>
                </a:moveTo>
                <a:lnTo>
                  <a:pt x="127369" y="0"/>
                </a:lnTo>
                <a:lnTo>
                  <a:pt x="127369" y="114895"/>
                </a:lnTo>
                <a:lnTo>
                  <a:pt x="0" y="1148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/>
          <p:nvPr/>
        </p:nvSpPr>
        <p:spPr>
          <a:xfrm>
            <a:off x="3075965" y="3562018"/>
            <a:ext cx="89535" cy="114935"/>
          </a:xfrm>
          <a:custGeom>
            <a:avLst/>
            <a:gdLst/>
            <a:ahLst/>
            <a:cxnLst/>
            <a:rect l="l" t="t" r="r" b="b"/>
            <a:pathLst>
              <a:path w="89535" h="114935">
                <a:moveTo>
                  <a:pt x="0" y="0"/>
                </a:moveTo>
                <a:lnTo>
                  <a:pt x="89158" y="0"/>
                </a:lnTo>
                <a:lnTo>
                  <a:pt x="89158" y="114895"/>
                </a:lnTo>
                <a:lnTo>
                  <a:pt x="0" y="1148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/>
          <p:nvPr/>
        </p:nvSpPr>
        <p:spPr>
          <a:xfrm>
            <a:off x="4381500" y="3319461"/>
            <a:ext cx="0" cy="2745105"/>
          </a:xfrm>
          <a:custGeom>
            <a:avLst/>
            <a:gdLst/>
            <a:ahLst/>
            <a:cxnLst/>
            <a:rect l="l" t="t" r="r" b="b"/>
            <a:pathLst>
              <a:path w="0" h="2745104">
                <a:moveTo>
                  <a:pt x="0" y="2744720"/>
                </a:moveTo>
                <a:lnTo>
                  <a:pt x="0" y="0"/>
                </a:lnTo>
              </a:path>
            </a:pathLst>
          </a:custGeom>
          <a:ln w="1018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/>
          <p:nvPr/>
        </p:nvSpPr>
        <p:spPr>
          <a:xfrm>
            <a:off x="11463226" y="3555635"/>
            <a:ext cx="127635" cy="128270"/>
          </a:xfrm>
          <a:custGeom>
            <a:avLst/>
            <a:gdLst/>
            <a:ahLst/>
            <a:cxnLst/>
            <a:rect l="l" t="t" r="r" b="b"/>
            <a:pathLst>
              <a:path w="127634" h="128270">
                <a:moveTo>
                  <a:pt x="0" y="0"/>
                </a:moveTo>
                <a:lnTo>
                  <a:pt x="127369" y="0"/>
                </a:lnTo>
                <a:lnTo>
                  <a:pt x="127369" y="127661"/>
                </a:lnTo>
                <a:lnTo>
                  <a:pt x="0" y="12766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" name="object 145"/>
          <p:cNvSpPr/>
          <p:nvPr/>
        </p:nvSpPr>
        <p:spPr>
          <a:xfrm>
            <a:off x="11654280" y="3555635"/>
            <a:ext cx="127635" cy="128270"/>
          </a:xfrm>
          <a:custGeom>
            <a:avLst/>
            <a:gdLst/>
            <a:ahLst/>
            <a:cxnLst/>
            <a:rect l="l" t="t" r="r" b="b"/>
            <a:pathLst>
              <a:path w="127634" h="128270">
                <a:moveTo>
                  <a:pt x="0" y="0"/>
                </a:moveTo>
                <a:lnTo>
                  <a:pt x="127369" y="0"/>
                </a:lnTo>
                <a:lnTo>
                  <a:pt x="127369" y="127661"/>
                </a:lnTo>
                <a:lnTo>
                  <a:pt x="0" y="12766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" name="object 146"/>
          <p:cNvSpPr/>
          <p:nvPr/>
        </p:nvSpPr>
        <p:spPr>
          <a:xfrm>
            <a:off x="3120545" y="3676913"/>
            <a:ext cx="0" cy="255904"/>
          </a:xfrm>
          <a:custGeom>
            <a:avLst/>
            <a:gdLst/>
            <a:ahLst/>
            <a:cxnLst/>
            <a:rect l="l" t="t" r="r" b="b"/>
            <a:pathLst>
              <a:path w="0" h="255904">
                <a:moveTo>
                  <a:pt x="0" y="255322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7" name="object 147"/>
          <p:cNvSpPr/>
          <p:nvPr/>
        </p:nvSpPr>
        <p:spPr>
          <a:xfrm>
            <a:off x="4763607" y="3804575"/>
            <a:ext cx="509905" cy="0"/>
          </a:xfrm>
          <a:custGeom>
            <a:avLst/>
            <a:gdLst/>
            <a:ahLst/>
            <a:cxnLst/>
            <a:rect l="l" t="t" r="r" b="b"/>
            <a:pathLst>
              <a:path w="509904" h="0">
                <a:moveTo>
                  <a:pt x="0" y="0"/>
                </a:moveTo>
                <a:lnTo>
                  <a:pt x="509476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8" name="object 148"/>
          <p:cNvSpPr/>
          <p:nvPr/>
        </p:nvSpPr>
        <p:spPr>
          <a:xfrm>
            <a:off x="6215616" y="3676913"/>
            <a:ext cx="0" cy="128270"/>
          </a:xfrm>
          <a:custGeom>
            <a:avLst/>
            <a:gdLst/>
            <a:ahLst/>
            <a:cxnLst/>
            <a:rect l="l" t="t" r="r" b="b"/>
            <a:pathLst>
              <a:path w="0" h="128270">
                <a:moveTo>
                  <a:pt x="0" y="127661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49" name="object 149"/>
          <p:cNvGrpSpPr/>
          <p:nvPr/>
        </p:nvGrpSpPr>
        <p:grpSpPr>
          <a:xfrm>
            <a:off x="11119330" y="3676913"/>
            <a:ext cx="459105" cy="166370"/>
            <a:chOff x="11119330" y="3676913"/>
            <a:chExt cx="459105" cy="166370"/>
          </a:xfrm>
        </p:grpSpPr>
        <p:sp>
          <p:nvSpPr>
            <p:cNvPr id="150" name="object 150"/>
            <p:cNvSpPr/>
            <p:nvPr/>
          </p:nvSpPr>
          <p:spPr>
            <a:xfrm>
              <a:off x="11119330" y="3804575"/>
              <a:ext cx="203835" cy="0"/>
            </a:xfrm>
            <a:custGeom>
              <a:avLst/>
              <a:gdLst/>
              <a:ahLst/>
              <a:cxnLst/>
              <a:rect l="l" t="t" r="r" b="b"/>
              <a:pathLst>
                <a:path w="203834" h="0">
                  <a:moveTo>
                    <a:pt x="0" y="0"/>
                  </a:moveTo>
                  <a:lnTo>
                    <a:pt x="203790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11323121" y="3804575"/>
              <a:ext cx="255270" cy="0"/>
            </a:xfrm>
            <a:custGeom>
              <a:avLst/>
              <a:gdLst/>
              <a:ahLst/>
              <a:cxnLst/>
              <a:rect l="l" t="t" r="r" b="b"/>
              <a:pathLst>
                <a:path w="255270" h="0">
                  <a:moveTo>
                    <a:pt x="0" y="0"/>
                  </a:moveTo>
                  <a:lnTo>
                    <a:pt x="254738" y="0"/>
                  </a:lnTo>
                </a:path>
              </a:pathLst>
            </a:custGeom>
            <a:ln w="63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11475963" y="3676913"/>
              <a:ext cx="102235" cy="166370"/>
            </a:xfrm>
            <a:custGeom>
              <a:avLst/>
              <a:gdLst/>
              <a:ahLst/>
              <a:cxnLst/>
              <a:rect l="l" t="t" r="r" b="b"/>
              <a:pathLst>
                <a:path w="102234" h="166370">
                  <a:moveTo>
                    <a:pt x="0" y="0"/>
                  </a:moveTo>
                  <a:lnTo>
                    <a:pt x="101895" y="0"/>
                  </a:lnTo>
                  <a:lnTo>
                    <a:pt x="101895" y="165959"/>
                  </a:lnTo>
                  <a:lnTo>
                    <a:pt x="0" y="1659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3" name="object 153"/>
          <p:cNvSpPr/>
          <p:nvPr/>
        </p:nvSpPr>
        <p:spPr>
          <a:xfrm>
            <a:off x="11660649" y="3676913"/>
            <a:ext cx="114935" cy="357505"/>
          </a:xfrm>
          <a:custGeom>
            <a:avLst/>
            <a:gdLst/>
            <a:ahLst/>
            <a:cxnLst/>
            <a:rect l="l" t="t" r="r" b="b"/>
            <a:pathLst>
              <a:path w="114934" h="357504">
                <a:moveTo>
                  <a:pt x="0" y="0"/>
                </a:moveTo>
                <a:lnTo>
                  <a:pt x="114632" y="0"/>
                </a:lnTo>
                <a:lnTo>
                  <a:pt x="114632" y="357452"/>
                </a:lnTo>
                <a:lnTo>
                  <a:pt x="0" y="35745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4" name="object 154"/>
          <p:cNvSpPr/>
          <p:nvPr/>
        </p:nvSpPr>
        <p:spPr>
          <a:xfrm>
            <a:off x="1541167" y="3804575"/>
            <a:ext cx="0" cy="447040"/>
          </a:xfrm>
          <a:custGeom>
            <a:avLst/>
            <a:gdLst/>
            <a:ahLst/>
            <a:cxnLst/>
            <a:rect l="l" t="t" r="r" b="b"/>
            <a:pathLst>
              <a:path w="0" h="447039">
                <a:moveTo>
                  <a:pt x="0" y="446814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5" name="object 155"/>
          <p:cNvSpPr/>
          <p:nvPr/>
        </p:nvSpPr>
        <p:spPr>
          <a:xfrm>
            <a:off x="2916754" y="3919470"/>
            <a:ext cx="688340" cy="0"/>
          </a:xfrm>
          <a:custGeom>
            <a:avLst/>
            <a:gdLst/>
            <a:ahLst/>
            <a:cxnLst/>
            <a:rect l="l" t="t" r="r" b="b"/>
            <a:pathLst>
              <a:path w="688339" h="0">
                <a:moveTo>
                  <a:pt x="0" y="0"/>
                </a:moveTo>
                <a:lnTo>
                  <a:pt x="687793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6" name="object 156"/>
          <p:cNvSpPr/>
          <p:nvPr/>
        </p:nvSpPr>
        <p:spPr>
          <a:xfrm>
            <a:off x="7502045" y="3804575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114895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7" name="object 157"/>
          <p:cNvSpPr/>
          <p:nvPr/>
        </p:nvSpPr>
        <p:spPr>
          <a:xfrm>
            <a:off x="10571643" y="3779042"/>
            <a:ext cx="0" cy="229870"/>
          </a:xfrm>
          <a:custGeom>
            <a:avLst/>
            <a:gdLst/>
            <a:ahLst/>
            <a:cxnLst/>
            <a:rect l="l" t="t" r="r" b="b"/>
            <a:pathLst>
              <a:path w="0" h="229870">
                <a:moveTo>
                  <a:pt x="0" y="229790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8" name="object 158"/>
          <p:cNvSpPr/>
          <p:nvPr/>
        </p:nvSpPr>
        <p:spPr>
          <a:xfrm>
            <a:off x="11526911" y="3791808"/>
            <a:ext cx="0" cy="255904"/>
          </a:xfrm>
          <a:custGeom>
            <a:avLst/>
            <a:gdLst/>
            <a:ahLst/>
            <a:cxnLst/>
            <a:rect l="l" t="t" r="r" b="b"/>
            <a:pathLst>
              <a:path w="0" h="255904">
                <a:moveTo>
                  <a:pt x="0" y="255322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9" name="object 159"/>
          <p:cNvSpPr/>
          <p:nvPr/>
        </p:nvSpPr>
        <p:spPr>
          <a:xfrm>
            <a:off x="2611068" y="3919470"/>
            <a:ext cx="0" cy="89535"/>
          </a:xfrm>
          <a:custGeom>
            <a:avLst/>
            <a:gdLst/>
            <a:ahLst/>
            <a:cxnLst/>
            <a:rect l="l" t="t" r="r" b="b"/>
            <a:pathLst>
              <a:path w="0" h="89535">
                <a:moveTo>
                  <a:pt x="0" y="89362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60" name="object 160"/>
          <p:cNvGrpSpPr/>
          <p:nvPr/>
        </p:nvGrpSpPr>
        <p:grpSpPr>
          <a:xfrm>
            <a:off x="4343289" y="3983301"/>
            <a:ext cx="1069975" cy="51435"/>
            <a:chOff x="4343289" y="3983301"/>
            <a:chExt cx="1069975" cy="51435"/>
          </a:xfrm>
        </p:grpSpPr>
        <p:sp>
          <p:nvSpPr>
            <p:cNvPr id="161" name="object 161"/>
            <p:cNvSpPr/>
            <p:nvPr/>
          </p:nvSpPr>
          <p:spPr>
            <a:xfrm>
              <a:off x="4343289" y="4008833"/>
              <a:ext cx="178435" cy="0"/>
            </a:xfrm>
            <a:custGeom>
              <a:avLst/>
              <a:gdLst/>
              <a:ahLst/>
              <a:cxnLst/>
              <a:rect l="l" t="t" r="r" b="b"/>
              <a:pathLst>
                <a:path w="178435" h="0">
                  <a:moveTo>
                    <a:pt x="0" y="0"/>
                  </a:moveTo>
                  <a:lnTo>
                    <a:pt x="178316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4521606" y="4008833"/>
              <a:ext cx="471805" cy="0"/>
            </a:xfrm>
            <a:custGeom>
              <a:avLst/>
              <a:gdLst/>
              <a:ahLst/>
              <a:cxnLst/>
              <a:rect l="l" t="t" r="r" b="b"/>
              <a:pathLst>
                <a:path w="471804" h="0">
                  <a:moveTo>
                    <a:pt x="0" y="0"/>
                  </a:moveTo>
                  <a:lnTo>
                    <a:pt x="471266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/>
            <p:cNvSpPr/>
            <p:nvPr/>
          </p:nvSpPr>
          <p:spPr>
            <a:xfrm>
              <a:off x="4941924" y="4008833"/>
              <a:ext cx="471805" cy="0"/>
            </a:xfrm>
            <a:custGeom>
              <a:avLst/>
              <a:gdLst/>
              <a:ahLst/>
              <a:cxnLst/>
              <a:rect l="l" t="t" r="r" b="b"/>
              <a:pathLst>
                <a:path w="471804" h="0">
                  <a:moveTo>
                    <a:pt x="0" y="0"/>
                  </a:moveTo>
                  <a:lnTo>
                    <a:pt x="471266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4" name="object 164"/>
          <p:cNvGrpSpPr/>
          <p:nvPr/>
        </p:nvGrpSpPr>
        <p:grpSpPr>
          <a:xfrm>
            <a:off x="11119330" y="3957768"/>
            <a:ext cx="2190750" cy="102235"/>
            <a:chOff x="11119330" y="3957768"/>
            <a:chExt cx="2190750" cy="102235"/>
          </a:xfrm>
        </p:grpSpPr>
        <p:sp>
          <p:nvSpPr>
            <p:cNvPr id="165" name="object 165"/>
            <p:cNvSpPr/>
            <p:nvPr/>
          </p:nvSpPr>
          <p:spPr>
            <a:xfrm>
              <a:off x="11119330" y="4008833"/>
              <a:ext cx="203835" cy="0"/>
            </a:xfrm>
            <a:custGeom>
              <a:avLst/>
              <a:gdLst/>
              <a:ahLst/>
              <a:cxnLst/>
              <a:rect l="l" t="t" r="r" b="b"/>
              <a:pathLst>
                <a:path w="203834" h="0">
                  <a:moveTo>
                    <a:pt x="0" y="0"/>
                  </a:moveTo>
                  <a:lnTo>
                    <a:pt x="203790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11323121" y="4008833"/>
              <a:ext cx="535305" cy="0"/>
            </a:xfrm>
            <a:custGeom>
              <a:avLst/>
              <a:gdLst/>
              <a:ahLst/>
              <a:cxnLst/>
              <a:rect l="l" t="t" r="r" b="b"/>
              <a:pathLst>
                <a:path w="535304" h="0">
                  <a:moveTo>
                    <a:pt x="0" y="0"/>
                  </a:moveTo>
                  <a:lnTo>
                    <a:pt x="534950" y="0"/>
                  </a:lnTo>
                </a:path>
              </a:pathLst>
            </a:custGeom>
            <a:ln w="1021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/>
            <p:cNvSpPr/>
            <p:nvPr/>
          </p:nvSpPr>
          <p:spPr>
            <a:xfrm>
              <a:off x="11858071" y="4008833"/>
              <a:ext cx="153035" cy="0"/>
            </a:xfrm>
            <a:custGeom>
              <a:avLst/>
              <a:gdLst/>
              <a:ahLst/>
              <a:cxnLst/>
              <a:rect l="l" t="t" r="r" b="b"/>
              <a:pathLst>
                <a:path w="153034" h="0">
                  <a:moveTo>
                    <a:pt x="0" y="0"/>
                  </a:moveTo>
                  <a:lnTo>
                    <a:pt x="152843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/>
            <p:cNvSpPr/>
            <p:nvPr/>
          </p:nvSpPr>
          <p:spPr>
            <a:xfrm>
              <a:off x="12010914" y="4008833"/>
              <a:ext cx="433070" cy="0"/>
            </a:xfrm>
            <a:custGeom>
              <a:avLst/>
              <a:gdLst/>
              <a:ahLst/>
              <a:cxnLst/>
              <a:rect l="l" t="t" r="r" b="b"/>
              <a:pathLst>
                <a:path w="433070" h="0">
                  <a:moveTo>
                    <a:pt x="0" y="0"/>
                  </a:moveTo>
                  <a:lnTo>
                    <a:pt x="433055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/>
            <p:cNvSpPr/>
            <p:nvPr/>
          </p:nvSpPr>
          <p:spPr>
            <a:xfrm>
              <a:off x="12443970" y="4008833"/>
              <a:ext cx="866140" cy="0"/>
            </a:xfrm>
            <a:custGeom>
              <a:avLst/>
              <a:gdLst/>
              <a:ahLst/>
              <a:cxnLst/>
              <a:rect l="l" t="t" r="r" b="b"/>
              <a:pathLst>
                <a:path w="866140" h="0">
                  <a:moveTo>
                    <a:pt x="0" y="0"/>
                  </a:moveTo>
                  <a:lnTo>
                    <a:pt x="866110" y="0"/>
                  </a:lnTo>
                </a:path>
              </a:pathLst>
            </a:custGeom>
            <a:ln w="63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0" name="object 170"/>
          <p:cNvSpPr/>
          <p:nvPr/>
        </p:nvSpPr>
        <p:spPr>
          <a:xfrm>
            <a:off x="993479" y="2336468"/>
            <a:ext cx="0" cy="1812925"/>
          </a:xfrm>
          <a:custGeom>
            <a:avLst/>
            <a:gdLst/>
            <a:ahLst/>
            <a:cxnLst/>
            <a:rect l="l" t="t" r="r" b="b"/>
            <a:pathLst>
              <a:path w="0" h="1812925">
                <a:moveTo>
                  <a:pt x="0" y="1812792"/>
                </a:moveTo>
                <a:lnTo>
                  <a:pt x="0" y="0"/>
                </a:lnTo>
              </a:path>
            </a:pathLst>
          </a:custGeom>
          <a:ln w="8915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1" name="object 171"/>
          <p:cNvSpPr/>
          <p:nvPr/>
        </p:nvSpPr>
        <p:spPr>
          <a:xfrm>
            <a:off x="2611068" y="4008833"/>
            <a:ext cx="0" cy="523875"/>
          </a:xfrm>
          <a:custGeom>
            <a:avLst/>
            <a:gdLst/>
            <a:ahLst/>
            <a:cxnLst/>
            <a:rect l="l" t="t" r="r" b="b"/>
            <a:pathLst>
              <a:path w="0" h="523875">
                <a:moveTo>
                  <a:pt x="0" y="523411"/>
                </a:moveTo>
                <a:lnTo>
                  <a:pt x="0" y="0"/>
                </a:lnTo>
              </a:path>
            </a:pathLst>
          </a:custGeom>
          <a:ln w="636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2" name="object 172"/>
          <p:cNvSpPr/>
          <p:nvPr/>
        </p:nvSpPr>
        <p:spPr>
          <a:xfrm>
            <a:off x="3120545" y="3906704"/>
            <a:ext cx="0" cy="919480"/>
          </a:xfrm>
          <a:custGeom>
            <a:avLst/>
            <a:gdLst/>
            <a:ahLst/>
            <a:cxnLst/>
            <a:rect l="l" t="t" r="r" b="b"/>
            <a:pathLst>
              <a:path w="0" h="919479">
                <a:moveTo>
                  <a:pt x="0" y="919162"/>
                </a:moveTo>
                <a:lnTo>
                  <a:pt x="0" y="0"/>
                </a:lnTo>
              </a:path>
            </a:pathLst>
          </a:custGeom>
          <a:ln w="8915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3" name="object 173"/>
          <p:cNvSpPr/>
          <p:nvPr/>
        </p:nvSpPr>
        <p:spPr>
          <a:xfrm>
            <a:off x="5273084" y="3983301"/>
            <a:ext cx="0" cy="549275"/>
          </a:xfrm>
          <a:custGeom>
            <a:avLst/>
            <a:gdLst/>
            <a:ahLst/>
            <a:cxnLst/>
            <a:rect l="l" t="t" r="r" b="b"/>
            <a:pathLst>
              <a:path w="0" h="549275">
                <a:moveTo>
                  <a:pt x="0" y="548944"/>
                </a:moveTo>
                <a:lnTo>
                  <a:pt x="0" y="0"/>
                </a:lnTo>
              </a:path>
            </a:pathLst>
          </a:custGeom>
          <a:ln w="8915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4" name="object 174"/>
          <p:cNvSpPr/>
          <p:nvPr/>
        </p:nvSpPr>
        <p:spPr>
          <a:xfrm>
            <a:off x="11469595" y="3983301"/>
            <a:ext cx="114935" cy="1442720"/>
          </a:xfrm>
          <a:custGeom>
            <a:avLst/>
            <a:gdLst/>
            <a:ahLst/>
            <a:cxnLst/>
            <a:rect l="l" t="t" r="r" b="b"/>
            <a:pathLst>
              <a:path w="114934" h="1442720">
                <a:moveTo>
                  <a:pt x="0" y="0"/>
                </a:moveTo>
                <a:lnTo>
                  <a:pt x="114632" y="0"/>
                </a:lnTo>
                <a:lnTo>
                  <a:pt x="114632" y="1442574"/>
                </a:lnTo>
                <a:lnTo>
                  <a:pt x="0" y="144257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5" name="object 175"/>
          <p:cNvSpPr/>
          <p:nvPr/>
        </p:nvSpPr>
        <p:spPr>
          <a:xfrm>
            <a:off x="993479" y="4149260"/>
            <a:ext cx="0" cy="587375"/>
          </a:xfrm>
          <a:custGeom>
            <a:avLst/>
            <a:gdLst/>
            <a:ahLst/>
            <a:cxnLst/>
            <a:rect l="l" t="t" r="r" b="b"/>
            <a:pathLst>
              <a:path w="0" h="587375">
                <a:moveTo>
                  <a:pt x="0" y="587242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6" name="object 176"/>
          <p:cNvSpPr/>
          <p:nvPr/>
        </p:nvSpPr>
        <p:spPr>
          <a:xfrm>
            <a:off x="2585594" y="4442882"/>
            <a:ext cx="573405" cy="0"/>
          </a:xfrm>
          <a:custGeom>
            <a:avLst/>
            <a:gdLst/>
            <a:ahLst/>
            <a:cxnLst/>
            <a:rect l="l" t="t" r="r" b="b"/>
            <a:pathLst>
              <a:path w="573405" h="0">
                <a:moveTo>
                  <a:pt x="0" y="0"/>
                </a:moveTo>
                <a:lnTo>
                  <a:pt x="573161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7" name="object 177"/>
          <p:cNvSpPr/>
          <p:nvPr/>
        </p:nvSpPr>
        <p:spPr>
          <a:xfrm>
            <a:off x="4521606" y="4149260"/>
            <a:ext cx="0" cy="1851660"/>
          </a:xfrm>
          <a:custGeom>
            <a:avLst/>
            <a:gdLst/>
            <a:ahLst/>
            <a:cxnLst/>
            <a:rect l="l" t="t" r="r" b="b"/>
            <a:pathLst>
              <a:path w="0" h="1851660">
                <a:moveTo>
                  <a:pt x="0" y="1851090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78" name="object 178"/>
          <p:cNvGrpSpPr/>
          <p:nvPr/>
        </p:nvGrpSpPr>
        <p:grpSpPr>
          <a:xfrm>
            <a:off x="4750870" y="4149260"/>
            <a:ext cx="662940" cy="779145"/>
            <a:chOff x="4750870" y="4149260"/>
            <a:chExt cx="662940" cy="779145"/>
          </a:xfrm>
        </p:grpSpPr>
        <p:sp>
          <p:nvSpPr>
            <p:cNvPr id="179" name="object 179"/>
            <p:cNvSpPr/>
            <p:nvPr/>
          </p:nvSpPr>
          <p:spPr>
            <a:xfrm>
              <a:off x="4750870" y="4149260"/>
              <a:ext cx="662940" cy="779145"/>
            </a:xfrm>
            <a:custGeom>
              <a:avLst/>
              <a:gdLst/>
              <a:ahLst/>
              <a:cxnLst/>
              <a:rect l="l" t="t" r="r" b="b"/>
              <a:pathLst>
                <a:path w="662939" h="779145">
                  <a:moveTo>
                    <a:pt x="12736" y="778734"/>
                  </a:moveTo>
                  <a:lnTo>
                    <a:pt x="12736" y="0"/>
                  </a:lnTo>
                </a:path>
                <a:path w="662939" h="779145">
                  <a:moveTo>
                    <a:pt x="0" y="102129"/>
                  </a:moveTo>
                  <a:lnTo>
                    <a:pt x="662319" y="102129"/>
                  </a:lnTo>
                </a:path>
              </a:pathLst>
            </a:custGeom>
            <a:ln w="255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4967398" y="4149260"/>
              <a:ext cx="0" cy="383540"/>
            </a:xfrm>
            <a:custGeom>
              <a:avLst/>
              <a:gdLst/>
              <a:ahLst/>
              <a:cxnLst/>
              <a:rect l="l" t="t" r="r" b="b"/>
              <a:pathLst>
                <a:path w="0" h="383539">
                  <a:moveTo>
                    <a:pt x="0" y="382984"/>
                  </a:moveTo>
                  <a:lnTo>
                    <a:pt x="0" y="0"/>
                  </a:lnTo>
                </a:path>
              </a:pathLst>
            </a:custGeom>
            <a:ln w="127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1" name="object 181"/>
          <p:cNvSpPr/>
          <p:nvPr/>
        </p:nvSpPr>
        <p:spPr>
          <a:xfrm>
            <a:off x="11119330" y="4251390"/>
            <a:ext cx="203835" cy="0"/>
          </a:xfrm>
          <a:custGeom>
            <a:avLst/>
            <a:gdLst/>
            <a:ahLst/>
            <a:cxnLst/>
            <a:rect l="l" t="t" r="r" b="b"/>
            <a:pathLst>
              <a:path w="203834" h="0">
                <a:moveTo>
                  <a:pt x="0" y="0"/>
                </a:moveTo>
                <a:lnTo>
                  <a:pt x="203790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2" name="object 182"/>
          <p:cNvSpPr/>
          <p:nvPr/>
        </p:nvSpPr>
        <p:spPr>
          <a:xfrm>
            <a:off x="12826077" y="4149260"/>
            <a:ext cx="0" cy="102235"/>
          </a:xfrm>
          <a:custGeom>
            <a:avLst/>
            <a:gdLst/>
            <a:ahLst/>
            <a:cxnLst/>
            <a:rect l="l" t="t" r="r" b="b"/>
            <a:pathLst>
              <a:path w="0" h="102235">
                <a:moveTo>
                  <a:pt x="0" y="102129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3" name="object 183"/>
          <p:cNvSpPr/>
          <p:nvPr/>
        </p:nvSpPr>
        <p:spPr>
          <a:xfrm>
            <a:off x="1541167" y="4251390"/>
            <a:ext cx="0" cy="89535"/>
          </a:xfrm>
          <a:custGeom>
            <a:avLst/>
            <a:gdLst/>
            <a:ahLst/>
            <a:cxnLst/>
            <a:rect l="l" t="t" r="r" b="b"/>
            <a:pathLst>
              <a:path w="0" h="89535">
                <a:moveTo>
                  <a:pt x="0" y="89362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4" name="object 184"/>
          <p:cNvSpPr/>
          <p:nvPr/>
        </p:nvSpPr>
        <p:spPr>
          <a:xfrm>
            <a:off x="4521606" y="4340752"/>
            <a:ext cx="789940" cy="0"/>
          </a:xfrm>
          <a:custGeom>
            <a:avLst/>
            <a:gdLst/>
            <a:ahLst/>
            <a:cxnLst/>
            <a:rect l="l" t="t" r="r" b="b"/>
            <a:pathLst>
              <a:path w="789939" h="0">
                <a:moveTo>
                  <a:pt x="0" y="0"/>
                </a:moveTo>
                <a:lnTo>
                  <a:pt x="789689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5" name="object 185"/>
          <p:cNvSpPr/>
          <p:nvPr/>
        </p:nvSpPr>
        <p:spPr>
          <a:xfrm>
            <a:off x="6674146" y="4340752"/>
            <a:ext cx="407670" cy="0"/>
          </a:xfrm>
          <a:custGeom>
            <a:avLst/>
            <a:gdLst/>
            <a:ahLst/>
            <a:cxnLst/>
            <a:rect l="l" t="t" r="r" b="b"/>
            <a:pathLst>
              <a:path w="407670" h="0">
                <a:moveTo>
                  <a:pt x="0" y="0"/>
                </a:moveTo>
                <a:lnTo>
                  <a:pt x="407581" y="0"/>
                </a:lnTo>
              </a:path>
            </a:pathLst>
          </a:custGeom>
          <a:ln w="638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86" name="object 186"/>
          <p:cNvGrpSpPr/>
          <p:nvPr/>
        </p:nvGrpSpPr>
        <p:grpSpPr>
          <a:xfrm>
            <a:off x="968005" y="4340752"/>
            <a:ext cx="1082675" cy="128270"/>
            <a:chOff x="968005" y="4340752"/>
            <a:chExt cx="1082675" cy="128270"/>
          </a:xfrm>
        </p:grpSpPr>
        <p:sp>
          <p:nvSpPr>
            <p:cNvPr id="187" name="object 187"/>
            <p:cNvSpPr/>
            <p:nvPr/>
          </p:nvSpPr>
          <p:spPr>
            <a:xfrm>
              <a:off x="968005" y="4442882"/>
              <a:ext cx="586105" cy="0"/>
            </a:xfrm>
            <a:custGeom>
              <a:avLst/>
              <a:gdLst/>
              <a:ahLst/>
              <a:cxnLst/>
              <a:rect l="l" t="t" r="r" b="b"/>
              <a:pathLst>
                <a:path w="586105" h="0">
                  <a:moveTo>
                    <a:pt x="0" y="0"/>
                  </a:moveTo>
                  <a:lnTo>
                    <a:pt x="585898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/>
            <p:cNvSpPr/>
            <p:nvPr/>
          </p:nvSpPr>
          <p:spPr>
            <a:xfrm>
              <a:off x="1528430" y="4340752"/>
              <a:ext cx="522605" cy="128270"/>
            </a:xfrm>
            <a:custGeom>
              <a:avLst/>
              <a:gdLst/>
              <a:ahLst/>
              <a:cxnLst/>
              <a:rect l="l" t="t" r="r" b="b"/>
              <a:pathLst>
                <a:path w="522605" h="128270">
                  <a:moveTo>
                    <a:pt x="12736" y="127661"/>
                  </a:moveTo>
                  <a:lnTo>
                    <a:pt x="12736" y="0"/>
                  </a:lnTo>
                </a:path>
                <a:path w="522605" h="128270">
                  <a:moveTo>
                    <a:pt x="0" y="102129"/>
                  </a:moveTo>
                  <a:lnTo>
                    <a:pt x="522213" y="102129"/>
                  </a:lnTo>
                </a:path>
              </a:pathLst>
            </a:custGeom>
            <a:ln w="255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9" name="object 189"/>
          <p:cNvSpPr/>
          <p:nvPr/>
        </p:nvSpPr>
        <p:spPr>
          <a:xfrm>
            <a:off x="6877936" y="3383292"/>
            <a:ext cx="0" cy="2221865"/>
          </a:xfrm>
          <a:custGeom>
            <a:avLst/>
            <a:gdLst/>
            <a:ahLst/>
            <a:cxnLst/>
            <a:rect l="l" t="t" r="r" b="b"/>
            <a:pathLst>
              <a:path w="0" h="2221865">
                <a:moveTo>
                  <a:pt x="0" y="2221308"/>
                </a:moveTo>
                <a:lnTo>
                  <a:pt x="0" y="0"/>
                </a:lnTo>
              </a:path>
            </a:pathLst>
          </a:custGeom>
          <a:ln w="1018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0" name="object 190"/>
          <p:cNvSpPr/>
          <p:nvPr/>
        </p:nvSpPr>
        <p:spPr>
          <a:xfrm>
            <a:off x="7502045" y="4340752"/>
            <a:ext cx="0" cy="727710"/>
          </a:xfrm>
          <a:custGeom>
            <a:avLst/>
            <a:gdLst/>
            <a:ahLst/>
            <a:cxnLst/>
            <a:rect l="l" t="t" r="r" b="b"/>
            <a:pathLst>
              <a:path w="0" h="727710">
                <a:moveTo>
                  <a:pt x="0" y="727670"/>
                </a:moveTo>
                <a:lnTo>
                  <a:pt x="0" y="0"/>
                </a:lnTo>
              </a:path>
            </a:pathLst>
          </a:custGeom>
          <a:ln w="636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1" name="object 191"/>
          <p:cNvSpPr/>
          <p:nvPr/>
        </p:nvSpPr>
        <p:spPr>
          <a:xfrm>
            <a:off x="1222744" y="4417349"/>
            <a:ext cx="0" cy="855344"/>
          </a:xfrm>
          <a:custGeom>
            <a:avLst/>
            <a:gdLst/>
            <a:ahLst/>
            <a:cxnLst/>
            <a:rect l="l" t="t" r="r" b="b"/>
            <a:pathLst>
              <a:path w="0" h="855345">
                <a:moveTo>
                  <a:pt x="0" y="855331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2" name="object 192"/>
          <p:cNvSpPr/>
          <p:nvPr/>
        </p:nvSpPr>
        <p:spPr>
          <a:xfrm>
            <a:off x="1541167" y="4430116"/>
            <a:ext cx="0" cy="102235"/>
          </a:xfrm>
          <a:custGeom>
            <a:avLst/>
            <a:gdLst/>
            <a:ahLst/>
            <a:cxnLst/>
            <a:rect l="l" t="t" r="r" b="b"/>
            <a:pathLst>
              <a:path w="0" h="102235">
                <a:moveTo>
                  <a:pt x="0" y="102129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3" name="object 193"/>
          <p:cNvSpPr/>
          <p:nvPr/>
        </p:nvSpPr>
        <p:spPr>
          <a:xfrm>
            <a:off x="10342378" y="4442882"/>
            <a:ext cx="0" cy="166370"/>
          </a:xfrm>
          <a:custGeom>
            <a:avLst/>
            <a:gdLst/>
            <a:ahLst/>
            <a:cxnLst/>
            <a:rect l="l" t="t" r="r" b="b"/>
            <a:pathLst>
              <a:path w="0" h="166370">
                <a:moveTo>
                  <a:pt x="0" y="165959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94" name="object 194"/>
          <p:cNvGrpSpPr/>
          <p:nvPr/>
        </p:nvGrpSpPr>
        <p:grpSpPr>
          <a:xfrm>
            <a:off x="4521606" y="4532245"/>
            <a:ext cx="1694180" cy="89535"/>
            <a:chOff x="4521606" y="4532245"/>
            <a:chExt cx="1694180" cy="89535"/>
          </a:xfrm>
        </p:grpSpPr>
        <p:sp>
          <p:nvSpPr>
            <p:cNvPr id="195" name="object 195"/>
            <p:cNvSpPr/>
            <p:nvPr/>
          </p:nvSpPr>
          <p:spPr>
            <a:xfrm>
              <a:off x="4521606" y="4608841"/>
              <a:ext cx="1694180" cy="0"/>
            </a:xfrm>
            <a:custGeom>
              <a:avLst/>
              <a:gdLst/>
              <a:ahLst/>
              <a:cxnLst/>
              <a:rect l="l" t="t" r="r" b="b"/>
              <a:pathLst>
                <a:path w="1694179" h="0">
                  <a:moveTo>
                    <a:pt x="0" y="0"/>
                  </a:moveTo>
                  <a:lnTo>
                    <a:pt x="1694010" y="0"/>
                  </a:lnTo>
                </a:path>
              </a:pathLst>
            </a:custGeom>
            <a:ln w="127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/>
            <p:cNvSpPr/>
            <p:nvPr/>
          </p:nvSpPr>
          <p:spPr>
            <a:xfrm>
              <a:off x="5273084" y="4532245"/>
              <a:ext cx="0" cy="89535"/>
            </a:xfrm>
            <a:custGeom>
              <a:avLst/>
              <a:gdLst/>
              <a:ahLst/>
              <a:cxnLst/>
              <a:rect l="l" t="t" r="r" b="b"/>
              <a:pathLst>
                <a:path w="0" h="89535">
                  <a:moveTo>
                    <a:pt x="0" y="89362"/>
                  </a:moveTo>
                  <a:lnTo>
                    <a:pt x="0" y="0"/>
                  </a:lnTo>
                </a:path>
              </a:pathLst>
            </a:custGeom>
            <a:ln w="254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7" name="object 197"/>
          <p:cNvSpPr/>
          <p:nvPr/>
        </p:nvSpPr>
        <p:spPr>
          <a:xfrm>
            <a:off x="2916754" y="4736503"/>
            <a:ext cx="688340" cy="0"/>
          </a:xfrm>
          <a:custGeom>
            <a:avLst/>
            <a:gdLst/>
            <a:ahLst/>
            <a:cxnLst/>
            <a:rect l="l" t="t" r="r" b="b"/>
            <a:pathLst>
              <a:path w="688339" h="0">
                <a:moveTo>
                  <a:pt x="0" y="0"/>
                </a:moveTo>
                <a:lnTo>
                  <a:pt x="687793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8" name="object 198"/>
          <p:cNvSpPr/>
          <p:nvPr/>
        </p:nvSpPr>
        <p:spPr>
          <a:xfrm>
            <a:off x="5273084" y="4608841"/>
            <a:ext cx="0" cy="421640"/>
          </a:xfrm>
          <a:custGeom>
            <a:avLst/>
            <a:gdLst/>
            <a:ahLst/>
            <a:cxnLst/>
            <a:rect l="l" t="t" r="r" b="b"/>
            <a:pathLst>
              <a:path w="0" h="421639">
                <a:moveTo>
                  <a:pt x="0" y="421282"/>
                </a:moveTo>
                <a:lnTo>
                  <a:pt x="0" y="0"/>
                </a:lnTo>
              </a:path>
            </a:pathLst>
          </a:custGeom>
          <a:ln w="636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9" name="object 199"/>
          <p:cNvSpPr/>
          <p:nvPr/>
        </p:nvSpPr>
        <p:spPr>
          <a:xfrm>
            <a:off x="9399846" y="4608841"/>
            <a:ext cx="0" cy="574675"/>
          </a:xfrm>
          <a:custGeom>
            <a:avLst/>
            <a:gdLst/>
            <a:ahLst/>
            <a:cxnLst/>
            <a:rect l="l" t="t" r="r" b="b"/>
            <a:pathLst>
              <a:path w="0" h="574675">
                <a:moveTo>
                  <a:pt x="0" y="574476"/>
                </a:moveTo>
                <a:lnTo>
                  <a:pt x="0" y="0"/>
                </a:lnTo>
              </a:path>
            </a:pathLst>
          </a:custGeom>
          <a:ln w="636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0" name="object 200"/>
          <p:cNvSpPr/>
          <p:nvPr/>
        </p:nvSpPr>
        <p:spPr>
          <a:xfrm>
            <a:off x="10342378" y="4608841"/>
            <a:ext cx="0" cy="408940"/>
          </a:xfrm>
          <a:custGeom>
            <a:avLst/>
            <a:gdLst/>
            <a:ahLst/>
            <a:cxnLst/>
            <a:rect l="l" t="t" r="r" b="b"/>
            <a:pathLst>
              <a:path w="0" h="408939">
                <a:moveTo>
                  <a:pt x="0" y="408516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1" name="object 201"/>
          <p:cNvSpPr/>
          <p:nvPr/>
        </p:nvSpPr>
        <p:spPr>
          <a:xfrm>
            <a:off x="993479" y="4736503"/>
            <a:ext cx="0" cy="89535"/>
          </a:xfrm>
          <a:custGeom>
            <a:avLst/>
            <a:gdLst/>
            <a:ahLst/>
            <a:cxnLst/>
            <a:rect l="l" t="t" r="r" b="b"/>
            <a:pathLst>
              <a:path w="0" h="89535">
                <a:moveTo>
                  <a:pt x="0" y="89362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2" name="object 202"/>
          <p:cNvSpPr/>
          <p:nvPr/>
        </p:nvSpPr>
        <p:spPr>
          <a:xfrm>
            <a:off x="6100984" y="4825866"/>
            <a:ext cx="246379" cy="0"/>
          </a:xfrm>
          <a:custGeom>
            <a:avLst/>
            <a:gdLst/>
            <a:ahLst/>
            <a:cxnLst/>
            <a:rect l="l" t="t" r="r" b="b"/>
            <a:pathLst>
              <a:path w="246379" h="0">
                <a:moveTo>
                  <a:pt x="0" y="0"/>
                </a:moveTo>
                <a:lnTo>
                  <a:pt x="245934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3" name="object 203"/>
          <p:cNvSpPr/>
          <p:nvPr/>
        </p:nvSpPr>
        <p:spPr>
          <a:xfrm>
            <a:off x="6436077" y="4825866"/>
            <a:ext cx="238125" cy="0"/>
          </a:xfrm>
          <a:custGeom>
            <a:avLst/>
            <a:gdLst/>
            <a:ahLst/>
            <a:cxnLst/>
            <a:rect l="l" t="t" r="r" b="b"/>
            <a:pathLst>
              <a:path w="238125" h="0">
                <a:moveTo>
                  <a:pt x="0" y="0"/>
                </a:moveTo>
                <a:lnTo>
                  <a:pt x="238068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4" name="object 204"/>
          <p:cNvSpPr/>
          <p:nvPr/>
        </p:nvSpPr>
        <p:spPr>
          <a:xfrm>
            <a:off x="6381196" y="5532068"/>
            <a:ext cx="0" cy="532130"/>
          </a:xfrm>
          <a:custGeom>
            <a:avLst/>
            <a:gdLst/>
            <a:ahLst/>
            <a:cxnLst/>
            <a:rect l="l" t="t" r="r" b="b"/>
            <a:pathLst>
              <a:path w="0" h="532129">
                <a:moveTo>
                  <a:pt x="0" y="0"/>
                </a:moveTo>
                <a:lnTo>
                  <a:pt x="0" y="532113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5" name="object 205"/>
          <p:cNvSpPr/>
          <p:nvPr/>
        </p:nvSpPr>
        <p:spPr>
          <a:xfrm>
            <a:off x="6495828" y="4736503"/>
            <a:ext cx="0" cy="281305"/>
          </a:xfrm>
          <a:custGeom>
            <a:avLst/>
            <a:gdLst/>
            <a:ahLst/>
            <a:cxnLst/>
            <a:rect l="l" t="t" r="r" b="b"/>
            <a:pathLst>
              <a:path w="0" h="281304">
                <a:moveTo>
                  <a:pt x="0" y="280855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6" name="object 206"/>
          <p:cNvSpPr/>
          <p:nvPr/>
        </p:nvSpPr>
        <p:spPr>
          <a:xfrm>
            <a:off x="10851855" y="4736503"/>
            <a:ext cx="0" cy="2707005"/>
          </a:xfrm>
          <a:custGeom>
            <a:avLst/>
            <a:gdLst/>
            <a:ahLst/>
            <a:cxnLst/>
            <a:rect l="l" t="t" r="r" b="b"/>
            <a:pathLst>
              <a:path w="0" h="2707004">
                <a:moveTo>
                  <a:pt x="0" y="2706422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07" name="object 207"/>
          <p:cNvGrpSpPr/>
          <p:nvPr/>
        </p:nvGrpSpPr>
        <p:grpSpPr>
          <a:xfrm>
            <a:off x="11717966" y="4251390"/>
            <a:ext cx="1592580" cy="676910"/>
            <a:chOff x="11717966" y="4251390"/>
            <a:chExt cx="1592580" cy="676910"/>
          </a:xfrm>
        </p:grpSpPr>
        <p:sp>
          <p:nvSpPr>
            <p:cNvPr id="208" name="object 208"/>
            <p:cNvSpPr/>
            <p:nvPr/>
          </p:nvSpPr>
          <p:spPr>
            <a:xfrm>
              <a:off x="11717966" y="4825866"/>
              <a:ext cx="1592580" cy="0"/>
            </a:xfrm>
            <a:custGeom>
              <a:avLst/>
              <a:gdLst/>
              <a:ahLst/>
              <a:cxnLst/>
              <a:rect l="l" t="t" r="r" b="b"/>
              <a:pathLst>
                <a:path w="1592580" h="0">
                  <a:moveTo>
                    <a:pt x="0" y="0"/>
                  </a:moveTo>
                  <a:lnTo>
                    <a:pt x="1592114" y="0"/>
                  </a:lnTo>
                </a:path>
              </a:pathLst>
            </a:custGeom>
            <a:ln w="1021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12443970" y="4736503"/>
              <a:ext cx="0" cy="191770"/>
            </a:xfrm>
            <a:custGeom>
              <a:avLst/>
              <a:gdLst/>
              <a:ahLst/>
              <a:cxnLst/>
              <a:rect l="l" t="t" r="r" b="b"/>
              <a:pathLst>
                <a:path w="0" h="191770">
                  <a:moveTo>
                    <a:pt x="0" y="191492"/>
                  </a:moveTo>
                  <a:lnTo>
                    <a:pt x="0" y="0"/>
                  </a:lnTo>
                </a:path>
              </a:pathLst>
            </a:custGeom>
            <a:ln w="509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/>
            <p:cNvSpPr/>
            <p:nvPr/>
          </p:nvSpPr>
          <p:spPr>
            <a:xfrm>
              <a:off x="12826078" y="4251390"/>
              <a:ext cx="0" cy="612775"/>
            </a:xfrm>
            <a:custGeom>
              <a:avLst/>
              <a:gdLst/>
              <a:ahLst/>
              <a:cxnLst/>
              <a:rect l="l" t="t" r="r" b="b"/>
              <a:pathLst>
                <a:path w="0" h="612775">
                  <a:moveTo>
                    <a:pt x="0" y="612774"/>
                  </a:moveTo>
                  <a:lnTo>
                    <a:pt x="0" y="0"/>
                  </a:lnTo>
                </a:path>
              </a:pathLst>
            </a:custGeom>
            <a:ln w="636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1" name="object 211"/>
          <p:cNvSpPr/>
          <p:nvPr/>
        </p:nvSpPr>
        <p:spPr>
          <a:xfrm>
            <a:off x="993479" y="4825866"/>
            <a:ext cx="0" cy="191770"/>
          </a:xfrm>
          <a:custGeom>
            <a:avLst/>
            <a:gdLst/>
            <a:ahLst/>
            <a:cxnLst/>
            <a:rect l="l" t="t" r="r" b="b"/>
            <a:pathLst>
              <a:path w="0" h="191770">
                <a:moveTo>
                  <a:pt x="0" y="191492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12" name="object 212"/>
          <p:cNvGrpSpPr/>
          <p:nvPr/>
        </p:nvGrpSpPr>
        <p:grpSpPr>
          <a:xfrm>
            <a:off x="3088702" y="4825866"/>
            <a:ext cx="64135" cy="191770"/>
            <a:chOff x="3088702" y="4825866"/>
            <a:chExt cx="64135" cy="191770"/>
          </a:xfrm>
        </p:grpSpPr>
        <p:sp>
          <p:nvSpPr>
            <p:cNvPr id="213" name="object 213"/>
            <p:cNvSpPr/>
            <p:nvPr/>
          </p:nvSpPr>
          <p:spPr>
            <a:xfrm>
              <a:off x="3120545" y="4825866"/>
              <a:ext cx="0" cy="102235"/>
            </a:xfrm>
            <a:custGeom>
              <a:avLst/>
              <a:gdLst/>
              <a:ahLst/>
              <a:cxnLst/>
              <a:rect l="l" t="t" r="r" b="b"/>
              <a:pathLst>
                <a:path w="0" h="102235">
                  <a:moveTo>
                    <a:pt x="0" y="102129"/>
                  </a:moveTo>
                  <a:lnTo>
                    <a:pt x="0" y="0"/>
                  </a:lnTo>
                </a:path>
              </a:pathLst>
            </a:custGeom>
            <a:ln w="254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/>
            <p:cNvSpPr/>
            <p:nvPr/>
          </p:nvSpPr>
          <p:spPr>
            <a:xfrm>
              <a:off x="3120545" y="4927995"/>
              <a:ext cx="0" cy="89535"/>
            </a:xfrm>
            <a:custGeom>
              <a:avLst/>
              <a:gdLst/>
              <a:ahLst/>
              <a:cxnLst/>
              <a:rect l="l" t="t" r="r" b="b"/>
              <a:pathLst>
                <a:path w="0" h="89535">
                  <a:moveTo>
                    <a:pt x="0" y="89362"/>
                  </a:moveTo>
                  <a:lnTo>
                    <a:pt x="0" y="0"/>
                  </a:lnTo>
                </a:path>
              </a:pathLst>
            </a:custGeom>
            <a:ln w="636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5" name="object 215"/>
          <p:cNvGrpSpPr/>
          <p:nvPr/>
        </p:nvGrpSpPr>
        <p:grpSpPr>
          <a:xfrm>
            <a:off x="4330552" y="4927995"/>
            <a:ext cx="1235710" cy="983615"/>
            <a:chOff x="4330552" y="4927995"/>
            <a:chExt cx="1235710" cy="983615"/>
          </a:xfrm>
        </p:grpSpPr>
        <p:sp>
          <p:nvSpPr>
            <p:cNvPr id="216" name="object 216"/>
            <p:cNvSpPr/>
            <p:nvPr/>
          </p:nvSpPr>
          <p:spPr>
            <a:xfrm>
              <a:off x="4330552" y="5017358"/>
              <a:ext cx="433070" cy="0"/>
            </a:xfrm>
            <a:custGeom>
              <a:avLst/>
              <a:gdLst/>
              <a:ahLst/>
              <a:cxnLst/>
              <a:rect l="l" t="t" r="r" b="b"/>
              <a:pathLst>
                <a:path w="433070" h="0">
                  <a:moveTo>
                    <a:pt x="0" y="0"/>
                  </a:moveTo>
                  <a:lnTo>
                    <a:pt x="433055" y="0"/>
                  </a:lnTo>
                </a:path>
              </a:pathLst>
            </a:custGeom>
            <a:ln w="765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/>
            <p:cNvSpPr/>
            <p:nvPr/>
          </p:nvSpPr>
          <p:spPr>
            <a:xfrm>
              <a:off x="4763607" y="4927995"/>
              <a:ext cx="548005" cy="983615"/>
            </a:xfrm>
            <a:custGeom>
              <a:avLst/>
              <a:gdLst/>
              <a:ahLst/>
              <a:cxnLst/>
              <a:rect l="l" t="t" r="r" b="b"/>
              <a:pathLst>
                <a:path w="548004" h="983614">
                  <a:moveTo>
                    <a:pt x="0" y="89362"/>
                  </a:moveTo>
                  <a:lnTo>
                    <a:pt x="547687" y="89362"/>
                  </a:lnTo>
                </a:path>
                <a:path w="548004" h="983614">
                  <a:moveTo>
                    <a:pt x="203790" y="982992"/>
                  </a:moveTo>
                  <a:lnTo>
                    <a:pt x="203790" y="0"/>
                  </a:lnTo>
                </a:path>
              </a:pathLst>
            </a:custGeom>
            <a:ln w="127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/>
            <p:cNvSpPr/>
            <p:nvPr/>
          </p:nvSpPr>
          <p:spPr>
            <a:xfrm>
              <a:off x="5247610" y="5017358"/>
              <a:ext cx="165735" cy="0"/>
            </a:xfrm>
            <a:custGeom>
              <a:avLst/>
              <a:gdLst/>
              <a:ahLst/>
              <a:cxnLst/>
              <a:rect l="l" t="t" r="r" b="b"/>
              <a:pathLst>
                <a:path w="165735" h="0">
                  <a:moveTo>
                    <a:pt x="0" y="0"/>
                  </a:moveTo>
                  <a:lnTo>
                    <a:pt x="165579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/>
            <p:cNvSpPr/>
            <p:nvPr/>
          </p:nvSpPr>
          <p:spPr>
            <a:xfrm>
              <a:off x="5413190" y="5017358"/>
              <a:ext cx="153035" cy="0"/>
            </a:xfrm>
            <a:custGeom>
              <a:avLst/>
              <a:gdLst/>
              <a:ahLst/>
              <a:cxnLst/>
              <a:rect l="l" t="t" r="r" b="b"/>
              <a:pathLst>
                <a:path w="153035" h="0">
                  <a:moveTo>
                    <a:pt x="0" y="0"/>
                  </a:moveTo>
                  <a:lnTo>
                    <a:pt x="152843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0" name="object 220"/>
          <p:cNvSpPr/>
          <p:nvPr/>
        </p:nvSpPr>
        <p:spPr>
          <a:xfrm>
            <a:off x="12443969" y="4927995"/>
            <a:ext cx="0" cy="970280"/>
          </a:xfrm>
          <a:custGeom>
            <a:avLst/>
            <a:gdLst/>
            <a:ahLst/>
            <a:cxnLst/>
            <a:rect l="l" t="t" r="r" b="b"/>
            <a:pathLst>
              <a:path w="0" h="970279">
                <a:moveTo>
                  <a:pt x="0" y="970226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1" name="object 221"/>
          <p:cNvSpPr/>
          <p:nvPr/>
        </p:nvSpPr>
        <p:spPr>
          <a:xfrm>
            <a:off x="955268" y="5042890"/>
            <a:ext cx="76835" cy="0"/>
          </a:xfrm>
          <a:custGeom>
            <a:avLst/>
            <a:gdLst/>
            <a:ahLst/>
            <a:cxnLst/>
            <a:rect l="l" t="t" r="r" b="b"/>
            <a:pathLst>
              <a:path w="76834" h="0">
                <a:moveTo>
                  <a:pt x="0" y="0"/>
                </a:moveTo>
                <a:lnTo>
                  <a:pt x="76421" y="0"/>
                </a:lnTo>
              </a:path>
            </a:pathLst>
          </a:custGeom>
          <a:ln w="6383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2" name="object 222"/>
          <p:cNvSpPr/>
          <p:nvPr/>
        </p:nvSpPr>
        <p:spPr>
          <a:xfrm>
            <a:off x="2916754" y="5017358"/>
            <a:ext cx="0" cy="536575"/>
          </a:xfrm>
          <a:custGeom>
            <a:avLst/>
            <a:gdLst/>
            <a:ahLst/>
            <a:cxnLst/>
            <a:rect l="l" t="t" r="r" b="b"/>
            <a:pathLst>
              <a:path w="0" h="536575">
                <a:moveTo>
                  <a:pt x="0" y="536177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3" name="object 223"/>
          <p:cNvSpPr/>
          <p:nvPr/>
        </p:nvSpPr>
        <p:spPr>
          <a:xfrm>
            <a:off x="3069597" y="4998209"/>
            <a:ext cx="102235" cy="89535"/>
          </a:xfrm>
          <a:custGeom>
            <a:avLst/>
            <a:gdLst/>
            <a:ahLst/>
            <a:cxnLst/>
            <a:rect l="l" t="t" r="r" b="b"/>
            <a:pathLst>
              <a:path w="102235" h="89535">
                <a:moveTo>
                  <a:pt x="0" y="0"/>
                </a:moveTo>
                <a:lnTo>
                  <a:pt x="101895" y="0"/>
                </a:lnTo>
                <a:lnTo>
                  <a:pt x="101895" y="89363"/>
                </a:lnTo>
                <a:lnTo>
                  <a:pt x="0" y="893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4" name="object 224"/>
          <p:cNvSpPr/>
          <p:nvPr/>
        </p:nvSpPr>
        <p:spPr>
          <a:xfrm>
            <a:off x="5222136" y="4985442"/>
            <a:ext cx="102235" cy="102235"/>
          </a:xfrm>
          <a:custGeom>
            <a:avLst/>
            <a:gdLst/>
            <a:ahLst/>
            <a:cxnLst/>
            <a:rect l="l" t="t" r="r" b="b"/>
            <a:pathLst>
              <a:path w="102235" h="102235">
                <a:moveTo>
                  <a:pt x="0" y="0"/>
                </a:moveTo>
                <a:lnTo>
                  <a:pt x="101895" y="0"/>
                </a:lnTo>
                <a:lnTo>
                  <a:pt x="101895" y="102129"/>
                </a:lnTo>
                <a:lnTo>
                  <a:pt x="0" y="1021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5" name="object 225"/>
          <p:cNvSpPr/>
          <p:nvPr/>
        </p:nvSpPr>
        <p:spPr>
          <a:xfrm>
            <a:off x="10316904" y="5042890"/>
            <a:ext cx="51435" cy="0"/>
          </a:xfrm>
          <a:custGeom>
            <a:avLst/>
            <a:gdLst/>
            <a:ahLst/>
            <a:cxnLst/>
            <a:rect l="l" t="t" r="r" b="b"/>
            <a:pathLst>
              <a:path w="51434" h="0">
                <a:moveTo>
                  <a:pt x="0" y="0"/>
                </a:moveTo>
                <a:lnTo>
                  <a:pt x="50947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6" name="object 226"/>
          <p:cNvSpPr/>
          <p:nvPr/>
        </p:nvSpPr>
        <p:spPr>
          <a:xfrm>
            <a:off x="12685971" y="4787567"/>
            <a:ext cx="0" cy="370840"/>
          </a:xfrm>
          <a:custGeom>
            <a:avLst/>
            <a:gdLst/>
            <a:ahLst/>
            <a:cxnLst/>
            <a:rect l="l" t="t" r="r" b="b"/>
            <a:pathLst>
              <a:path w="0" h="370839">
                <a:moveTo>
                  <a:pt x="0" y="370218"/>
                </a:moveTo>
                <a:lnTo>
                  <a:pt x="0" y="0"/>
                </a:lnTo>
              </a:path>
            </a:pathLst>
          </a:custGeom>
          <a:ln w="8915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7" name="object 227"/>
          <p:cNvSpPr/>
          <p:nvPr/>
        </p:nvSpPr>
        <p:spPr>
          <a:xfrm>
            <a:off x="993479" y="5068423"/>
            <a:ext cx="0" cy="1174750"/>
          </a:xfrm>
          <a:custGeom>
            <a:avLst/>
            <a:gdLst/>
            <a:ahLst/>
            <a:cxnLst/>
            <a:rect l="l" t="t" r="r" b="b"/>
            <a:pathLst>
              <a:path w="0" h="1174750">
                <a:moveTo>
                  <a:pt x="0" y="1174485"/>
                </a:moveTo>
                <a:lnTo>
                  <a:pt x="0" y="0"/>
                </a:lnTo>
              </a:path>
            </a:pathLst>
          </a:custGeom>
          <a:ln w="636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8" name="object 228"/>
          <p:cNvSpPr/>
          <p:nvPr/>
        </p:nvSpPr>
        <p:spPr>
          <a:xfrm>
            <a:off x="5273084" y="5068423"/>
            <a:ext cx="0" cy="191770"/>
          </a:xfrm>
          <a:custGeom>
            <a:avLst/>
            <a:gdLst/>
            <a:ahLst/>
            <a:cxnLst/>
            <a:rect l="l" t="t" r="r" b="b"/>
            <a:pathLst>
              <a:path w="0" h="191770">
                <a:moveTo>
                  <a:pt x="0" y="191492"/>
                </a:moveTo>
                <a:lnTo>
                  <a:pt x="0" y="0"/>
                </a:lnTo>
              </a:path>
            </a:pathLst>
          </a:custGeom>
          <a:ln w="764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29" name="object 229"/>
          <p:cNvGrpSpPr/>
          <p:nvPr/>
        </p:nvGrpSpPr>
        <p:grpSpPr>
          <a:xfrm>
            <a:off x="7502045" y="5119487"/>
            <a:ext cx="688340" cy="76835"/>
            <a:chOff x="7502045" y="5119487"/>
            <a:chExt cx="688340" cy="76835"/>
          </a:xfrm>
        </p:grpSpPr>
        <p:sp>
          <p:nvSpPr>
            <p:cNvPr id="230" name="object 230"/>
            <p:cNvSpPr/>
            <p:nvPr/>
          </p:nvSpPr>
          <p:spPr>
            <a:xfrm>
              <a:off x="7502045" y="5157785"/>
              <a:ext cx="586105" cy="0"/>
            </a:xfrm>
            <a:custGeom>
              <a:avLst/>
              <a:gdLst/>
              <a:ahLst/>
              <a:cxnLst/>
              <a:rect l="l" t="t" r="r" b="b"/>
              <a:pathLst>
                <a:path w="586104" h="0">
                  <a:moveTo>
                    <a:pt x="0" y="0"/>
                  </a:moveTo>
                  <a:lnTo>
                    <a:pt x="585898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/>
            <p:cNvSpPr/>
            <p:nvPr/>
          </p:nvSpPr>
          <p:spPr>
            <a:xfrm>
              <a:off x="8087943" y="5157785"/>
              <a:ext cx="102235" cy="0"/>
            </a:xfrm>
            <a:custGeom>
              <a:avLst/>
              <a:gdLst/>
              <a:ahLst/>
              <a:cxnLst/>
              <a:rect l="l" t="t" r="r" b="b"/>
              <a:pathLst>
                <a:path w="102234" h="0">
                  <a:moveTo>
                    <a:pt x="0" y="0"/>
                  </a:moveTo>
                  <a:lnTo>
                    <a:pt x="101895" y="0"/>
                  </a:lnTo>
                </a:path>
              </a:pathLst>
            </a:custGeom>
            <a:ln w="765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2" name="object 232"/>
          <p:cNvGrpSpPr/>
          <p:nvPr/>
        </p:nvGrpSpPr>
        <p:grpSpPr>
          <a:xfrm>
            <a:off x="9196055" y="5106721"/>
            <a:ext cx="313690" cy="102235"/>
            <a:chOff x="9196055" y="5106721"/>
            <a:chExt cx="313690" cy="102235"/>
          </a:xfrm>
        </p:grpSpPr>
        <p:sp>
          <p:nvSpPr>
            <p:cNvPr id="233" name="object 233"/>
            <p:cNvSpPr/>
            <p:nvPr/>
          </p:nvSpPr>
          <p:spPr>
            <a:xfrm>
              <a:off x="9196055" y="5157786"/>
              <a:ext cx="229870" cy="0"/>
            </a:xfrm>
            <a:custGeom>
              <a:avLst/>
              <a:gdLst/>
              <a:ahLst/>
              <a:cxnLst/>
              <a:rect l="l" t="t" r="r" b="b"/>
              <a:pathLst>
                <a:path w="229870" h="0">
                  <a:moveTo>
                    <a:pt x="0" y="0"/>
                  </a:moveTo>
                  <a:lnTo>
                    <a:pt x="229264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/>
            <p:cNvSpPr/>
            <p:nvPr/>
          </p:nvSpPr>
          <p:spPr>
            <a:xfrm>
              <a:off x="9374372" y="5157786"/>
              <a:ext cx="135890" cy="0"/>
            </a:xfrm>
            <a:custGeom>
              <a:avLst/>
              <a:gdLst/>
              <a:ahLst/>
              <a:cxnLst/>
              <a:rect l="l" t="t" r="r" b="b"/>
              <a:pathLst>
                <a:path w="135890" h="0">
                  <a:moveTo>
                    <a:pt x="0" y="0"/>
                  </a:moveTo>
                  <a:lnTo>
                    <a:pt x="135272" y="0"/>
                  </a:lnTo>
                </a:path>
              </a:pathLst>
            </a:custGeom>
            <a:ln w="1021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5" name="object 235"/>
          <p:cNvSpPr/>
          <p:nvPr/>
        </p:nvSpPr>
        <p:spPr>
          <a:xfrm>
            <a:off x="968005" y="5247149"/>
            <a:ext cx="267970" cy="0"/>
          </a:xfrm>
          <a:custGeom>
            <a:avLst/>
            <a:gdLst/>
            <a:ahLst/>
            <a:cxnLst/>
            <a:rect l="l" t="t" r="r" b="b"/>
            <a:pathLst>
              <a:path w="267969" h="0">
                <a:moveTo>
                  <a:pt x="0" y="0"/>
                </a:moveTo>
                <a:lnTo>
                  <a:pt x="267475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6" name="object 236"/>
          <p:cNvSpPr/>
          <p:nvPr/>
        </p:nvSpPr>
        <p:spPr>
          <a:xfrm>
            <a:off x="3120545" y="5068423"/>
            <a:ext cx="0" cy="1302385"/>
          </a:xfrm>
          <a:custGeom>
            <a:avLst/>
            <a:gdLst/>
            <a:ahLst/>
            <a:cxnLst/>
            <a:rect l="l" t="t" r="r" b="b"/>
            <a:pathLst>
              <a:path w="0" h="1302385">
                <a:moveTo>
                  <a:pt x="0" y="1302146"/>
                </a:moveTo>
                <a:lnTo>
                  <a:pt x="0" y="0"/>
                </a:lnTo>
              </a:path>
            </a:pathLst>
          </a:custGeom>
          <a:ln w="636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37" name="object 237"/>
          <p:cNvGrpSpPr/>
          <p:nvPr/>
        </p:nvGrpSpPr>
        <p:grpSpPr>
          <a:xfrm>
            <a:off x="4521606" y="5221616"/>
            <a:ext cx="1223010" cy="51435"/>
            <a:chOff x="4521606" y="5221616"/>
            <a:chExt cx="1223010" cy="51435"/>
          </a:xfrm>
        </p:grpSpPr>
        <p:sp>
          <p:nvSpPr>
            <p:cNvPr id="238" name="object 238"/>
            <p:cNvSpPr/>
            <p:nvPr/>
          </p:nvSpPr>
          <p:spPr>
            <a:xfrm>
              <a:off x="4521606" y="5247149"/>
              <a:ext cx="777240" cy="0"/>
            </a:xfrm>
            <a:custGeom>
              <a:avLst/>
              <a:gdLst/>
              <a:ahLst/>
              <a:cxnLst/>
              <a:rect l="l" t="t" r="r" b="b"/>
              <a:pathLst>
                <a:path w="777239" h="0">
                  <a:moveTo>
                    <a:pt x="0" y="0"/>
                  </a:moveTo>
                  <a:lnTo>
                    <a:pt x="776952" y="0"/>
                  </a:lnTo>
                </a:path>
              </a:pathLst>
            </a:custGeom>
            <a:ln w="127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/>
            <p:cNvSpPr/>
            <p:nvPr/>
          </p:nvSpPr>
          <p:spPr>
            <a:xfrm>
              <a:off x="5247610" y="5247149"/>
              <a:ext cx="165735" cy="0"/>
            </a:xfrm>
            <a:custGeom>
              <a:avLst/>
              <a:gdLst/>
              <a:ahLst/>
              <a:cxnLst/>
              <a:rect l="l" t="t" r="r" b="b"/>
              <a:pathLst>
                <a:path w="165735" h="0">
                  <a:moveTo>
                    <a:pt x="0" y="0"/>
                  </a:moveTo>
                  <a:lnTo>
                    <a:pt x="165579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/>
            <p:cNvSpPr/>
            <p:nvPr/>
          </p:nvSpPr>
          <p:spPr>
            <a:xfrm>
              <a:off x="5413190" y="5247149"/>
              <a:ext cx="331470" cy="0"/>
            </a:xfrm>
            <a:custGeom>
              <a:avLst/>
              <a:gdLst/>
              <a:ahLst/>
              <a:cxnLst/>
              <a:rect l="l" t="t" r="r" b="b"/>
              <a:pathLst>
                <a:path w="331470" h="0">
                  <a:moveTo>
                    <a:pt x="0" y="0"/>
                  </a:moveTo>
                  <a:lnTo>
                    <a:pt x="331159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1" name="object 241"/>
          <p:cNvGrpSpPr/>
          <p:nvPr/>
        </p:nvGrpSpPr>
        <p:grpSpPr>
          <a:xfrm>
            <a:off x="6436077" y="5157785"/>
            <a:ext cx="480695" cy="166370"/>
            <a:chOff x="6436077" y="5157785"/>
            <a:chExt cx="480695" cy="166370"/>
          </a:xfrm>
        </p:grpSpPr>
        <p:sp>
          <p:nvSpPr>
            <p:cNvPr id="242" name="object 242"/>
            <p:cNvSpPr/>
            <p:nvPr/>
          </p:nvSpPr>
          <p:spPr>
            <a:xfrm>
              <a:off x="6436077" y="5247148"/>
              <a:ext cx="73025" cy="0"/>
            </a:xfrm>
            <a:custGeom>
              <a:avLst/>
              <a:gdLst/>
              <a:ahLst/>
              <a:cxnLst/>
              <a:rect l="l" t="t" r="r" b="b"/>
              <a:pathLst>
                <a:path w="73025" h="0">
                  <a:moveTo>
                    <a:pt x="0" y="0"/>
                  </a:moveTo>
                  <a:lnTo>
                    <a:pt x="72488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/>
            <p:cNvSpPr/>
            <p:nvPr/>
          </p:nvSpPr>
          <p:spPr>
            <a:xfrm>
              <a:off x="6495828" y="5157785"/>
              <a:ext cx="0" cy="166370"/>
            </a:xfrm>
            <a:custGeom>
              <a:avLst/>
              <a:gdLst/>
              <a:ahLst/>
              <a:cxnLst/>
              <a:rect l="l" t="t" r="r" b="b"/>
              <a:pathLst>
                <a:path w="0" h="166370">
                  <a:moveTo>
                    <a:pt x="0" y="165959"/>
                  </a:moveTo>
                  <a:lnTo>
                    <a:pt x="0" y="0"/>
                  </a:lnTo>
                </a:path>
              </a:pathLst>
            </a:custGeom>
            <a:ln w="127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/>
            <p:cNvSpPr/>
            <p:nvPr/>
          </p:nvSpPr>
          <p:spPr>
            <a:xfrm>
              <a:off x="6495828" y="5247148"/>
              <a:ext cx="420370" cy="0"/>
            </a:xfrm>
            <a:custGeom>
              <a:avLst/>
              <a:gdLst/>
              <a:ahLst/>
              <a:cxnLst/>
              <a:rect l="l" t="t" r="r" b="b"/>
              <a:pathLst>
                <a:path w="420370" h="0">
                  <a:moveTo>
                    <a:pt x="0" y="0"/>
                  </a:moveTo>
                  <a:lnTo>
                    <a:pt x="420318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5" name="object 245"/>
          <p:cNvSpPr/>
          <p:nvPr/>
        </p:nvSpPr>
        <p:spPr>
          <a:xfrm>
            <a:off x="8087943" y="5145020"/>
            <a:ext cx="0" cy="753745"/>
          </a:xfrm>
          <a:custGeom>
            <a:avLst/>
            <a:gdLst/>
            <a:ahLst/>
            <a:cxnLst/>
            <a:rect l="l" t="t" r="r" b="b"/>
            <a:pathLst>
              <a:path w="0" h="753745">
                <a:moveTo>
                  <a:pt x="0" y="753202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6" name="object 246"/>
          <p:cNvSpPr/>
          <p:nvPr/>
        </p:nvSpPr>
        <p:spPr>
          <a:xfrm>
            <a:off x="12622286" y="5145019"/>
            <a:ext cx="127635" cy="114935"/>
          </a:xfrm>
          <a:custGeom>
            <a:avLst/>
            <a:gdLst/>
            <a:ahLst/>
            <a:cxnLst/>
            <a:rect l="l" t="t" r="r" b="b"/>
            <a:pathLst>
              <a:path w="127634" h="114935">
                <a:moveTo>
                  <a:pt x="0" y="0"/>
                </a:moveTo>
                <a:lnTo>
                  <a:pt x="127369" y="0"/>
                </a:lnTo>
                <a:lnTo>
                  <a:pt x="127369" y="114895"/>
                </a:lnTo>
                <a:lnTo>
                  <a:pt x="0" y="1148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7" name="object 247"/>
          <p:cNvSpPr/>
          <p:nvPr/>
        </p:nvSpPr>
        <p:spPr>
          <a:xfrm>
            <a:off x="5222136" y="5240765"/>
            <a:ext cx="102235" cy="89535"/>
          </a:xfrm>
          <a:custGeom>
            <a:avLst/>
            <a:gdLst/>
            <a:ahLst/>
            <a:cxnLst/>
            <a:rect l="l" t="t" r="r" b="b"/>
            <a:pathLst>
              <a:path w="102235" h="89535">
                <a:moveTo>
                  <a:pt x="0" y="0"/>
                </a:moveTo>
                <a:lnTo>
                  <a:pt x="101895" y="0"/>
                </a:lnTo>
                <a:lnTo>
                  <a:pt x="101895" y="89363"/>
                </a:lnTo>
                <a:lnTo>
                  <a:pt x="0" y="8936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8" name="object 248"/>
          <p:cNvSpPr/>
          <p:nvPr/>
        </p:nvSpPr>
        <p:spPr>
          <a:xfrm>
            <a:off x="5744350" y="5234382"/>
            <a:ext cx="0" cy="191770"/>
          </a:xfrm>
          <a:custGeom>
            <a:avLst/>
            <a:gdLst/>
            <a:ahLst/>
            <a:cxnLst/>
            <a:rect l="l" t="t" r="r" b="b"/>
            <a:pathLst>
              <a:path w="0" h="191770">
                <a:moveTo>
                  <a:pt x="0" y="191492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9" name="object 249"/>
          <p:cNvSpPr/>
          <p:nvPr/>
        </p:nvSpPr>
        <p:spPr>
          <a:xfrm>
            <a:off x="12685971" y="5247149"/>
            <a:ext cx="0" cy="76835"/>
          </a:xfrm>
          <a:custGeom>
            <a:avLst/>
            <a:gdLst/>
            <a:ahLst/>
            <a:cxnLst/>
            <a:rect l="l" t="t" r="r" b="b"/>
            <a:pathLst>
              <a:path w="0" h="76835">
                <a:moveTo>
                  <a:pt x="0" y="76596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0" name="object 250"/>
          <p:cNvSpPr/>
          <p:nvPr/>
        </p:nvSpPr>
        <p:spPr>
          <a:xfrm>
            <a:off x="1222744" y="5323745"/>
            <a:ext cx="0" cy="829944"/>
          </a:xfrm>
          <a:custGeom>
            <a:avLst/>
            <a:gdLst/>
            <a:ahLst/>
            <a:cxnLst/>
            <a:rect l="l" t="t" r="r" b="b"/>
            <a:pathLst>
              <a:path w="0" h="829945">
                <a:moveTo>
                  <a:pt x="0" y="829799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1" name="object 251"/>
          <p:cNvSpPr/>
          <p:nvPr/>
        </p:nvSpPr>
        <p:spPr>
          <a:xfrm>
            <a:off x="6100984" y="5323745"/>
            <a:ext cx="0" cy="102235"/>
          </a:xfrm>
          <a:custGeom>
            <a:avLst/>
            <a:gdLst/>
            <a:ahLst/>
            <a:cxnLst/>
            <a:rect l="l" t="t" r="r" b="b"/>
            <a:pathLst>
              <a:path w="0" h="102235">
                <a:moveTo>
                  <a:pt x="0" y="102129"/>
                </a:moveTo>
                <a:lnTo>
                  <a:pt x="0" y="0"/>
                </a:lnTo>
              </a:path>
            </a:pathLst>
          </a:custGeom>
          <a:ln w="764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2" name="object 252"/>
          <p:cNvSpPr/>
          <p:nvPr/>
        </p:nvSpPr>
        <p:spPr>
          <a:xfrm>
            <a:off x="12685971" y="5323745"/>
            <a:ext cx="0" cy="217170"/>
          </a:xfrm>
          <a:custGeom>
            <a:avLst/>
            <a:gdLst/>
            <a:ahLst/>
            <a:cxnLst/>
            <a:rect l="l" t="t" r="r" b="b"/>
            <a:pathLst>
              <a:path w="0" h="217170">
                <a:moveTo>
                  <a:pt x="0" y="217024"/>
                </a:moveTo>
                <a:lnTo>
                  <a:pt x="0" y="0"/>
                </a:lnTo>
              </a:path>
            </a:pathLst>
          </a:custGeom>
          <a:ln w="1018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3" name="object 253"/>
          <p:cNvSpPr/>
          <p:nvPr/>
        </p:nvSpPr>
        <p:spPr>
          <a:xfrm>
            <a:off x="2611068" y="5540770"/>
            <a:ext cx="548005" cy="0"/>
          </a:xfrm>
          <a:custGeom>
            <a:avLst/>
            <a:gdLst/>
            <a:ahLst/>
            <a:cxnLst/>
            <a:rect l="l" t="t" r="r" b="b"/>
            <a:pathLst>
              <a:path w="548005" h="0">
                <a:moveTo>
                  <a:pt x="0" y="0"/>
                </a:moveTo>
                <a:lnTo>
                  <a:pt x="547687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54" name="object 254"/>
          <p:cNvGrpSpPr/>
          <p:nvPr/>
        </p:nvGrpSpPr>
        <p:grpSpPr>
          <a:xfrm>
            <a:off x="4521606" y="5323745"/>
            <a:ext cx="789940" cy="676910"/>
            <a:chOff x="4521606" y="5323745"/>
            <a:chExt cx="789940" cy="676910"/>
          </a:xfrm>
        </p:grpSpPr>
        <p:sp>
          <p:nvSpPr>
            <p:cNvPr id="255" name="object 255"/>
            <p:cNvSpPr/>
            <p:nvPr/>
          </p:nvSpPr>
          <p:spPr>
            <a:xfrm>
              <a:off x="4521606" y="5540770"/>
              <a:ext cx="789940" cy="0"/>
            </a:xfrm>
            <a:custGeom>
              <a:avLst/>
              <a:gdLst/>
              <a:ahLst/>
              <a:cxnLst/>
              <a:rect l="l" t="t" r="r" b="b"/>
              <a:pathLst>
                <a:path w="789939" h="0">
                  <a:moveTo>
                    <a:pt x="0" y="0"/>
                  </a:moveTo>
                  <a:lnTo>
                    <a:pt x="789689" y="0"/>
                  </a:lnTo>
                </a:path>
              </a:pathLst>
            </a:custGeom>
            <a:ln w="127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/>
            <p:cNvSpPr/>
            <p:nvPr/>
          </p:nvSpPr>
          <p:spPr>
            <a:xfrm>
              <a:off x="5273084" y="5323745"/>
              <a:ext cx="0" cy="676910"/>
            </a:xfrm>
            <a:custGeom>
              <a:avLst/>
              <a:gdLst/>
              <a:ahLst/>
              <a:cxnLst/>
              <a:rect l="l" t="t" r="r" b="b"/>
              <a:pathLst>
                <a:path w="0" h="676910">
                  <a:moveTo>
                    <a:pt x="0" y="676605"/>
                  </a:moveTo>
                  <a:lnTo>
                    <a:pt x="0" y="0"/>
                  </a:lnTo>
                </a:path>
              </a:pathLst>
            </a:custGeom>
            <a:ln w="636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7" name="object 257"/>
          <p:cNvSpPr/>
          <p:nvPr/>
        </p:nvSpPr>
        <p:spPr>
          <a:xfrm>
            <a:off x="11526911" y="5425875"/>
            <a:ext cx="0" cy="179070"/>
          </a:xfrm>
          <a:custGeom>
            <a:avLst/>
            <a:gdLst/>
            <a:ahLst/>
            <a:cxnLst/>
            <a:rect l="l" t="t" r="r" b="b"/>
            <a:pathLst>
              <a:path w="0" h="179070">
                <a:moveTo>
                  <a:pt x="0" y="178725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58" name="object 258"/>
          <p:cNvGrpSpPr/>
          <p:nvPr/>
        </p:nvGrpSpPr>
        <p:grpSpPr>
          <a:xfrm>
            <a:off x="1808642" y="5540770"/>
            <a:ext cx="522605" cy="612775"/>
            <a:chOff x="1808642" y="5540770"/>
            <a:chExt cx="522605" cy="612775"/>
          </a:xfrm>
        </p:grpSpPr>
        <p:sp>
          <p:nvSpPr>
            <p:cNvPr id="259" name="object 259"/>
            <p:cNvSpPr/>
            <p:nvPr/>
          </p:nvSpPr>
          <p:spPr>
            <a:xfrm>
              <a:off x="1821379" y="5540770"/>
              <a:ext cx="0" cy="612775"/>
            </a:xfrm>
            <a:custGeom>
              <a:avLst/>
              <a:gdLst/>
              <a:ahLst/>
              <a:cxnLst/>
              <a:rect l="l" t="t" r="r" b="b"/>
              <a:pathLst>
                <a:path w="0" h="612775">
                  <a:moveTo>
                    <a:pt x="0" y="612774"/>
                  </a:moveTo>
                  <a:lnTo>
                    <a:pt x="0" y="0"/>
                  </a:lnTo>
                </a:path>
              </a:pathLst>
            </a:custGeom>
            <a:ln w="254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/>
            <p:cNvSpPr/>
            <p:nvPr/>
          </p:nvSpPr>
          <p:spPr>
            <a:xfrm>
              <a:off x="1808642" y="5604601"/>
              <a:ext cx="522605" cy="0"/>
            </a:xfrm>
            <a:custGeom>
              <a:avLst/>
              <a:gdLst/>
              <a:ahLst/>
              <a:cxnLst/>
              <a:rect l="l" t="t" r="r" b="b"/>
              <a:pathLst>
                <a:path w="522605" h="0">
                  <a:moveTo>
                    <a:pt x="0" y="0"/>
                  </a:moveTo>
                  <a:lnTo>
                    <a:pt x="522213" y="0"/>
                  </a:lnTo>
                </a:path>
              </a:pathLst>
            </a:custGeom>
            <a:ln w="127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1" name="object 261"/>
          <p:cNvSpPr/>
          <p:nvPr/>
        </p:nvSpPr>
        <p:spPr>
          <a:xfrm>
            <a:off x="4763607" y="5540770"/>
            <a:ext cx="0" cy="370840"/>
          </a:xfrm>
          <a:custGeom>
            <a:avLst/>
            <a:gdLst/>
            <a:ahLst/>
            <a:cxnLst/>
            <a:rect l="l" t="t" r="r" b="b"/>
            <a:pathLst>
              <a:path w="0" h="370839">
                <a:moveTo>
                  <a:pt x="0" y="370218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2" name="object 262"/>
          <p:cNvSpPr/>
          <p:nvPr/>
        </p:nvSpPr>
        <p:spPr>
          <a:xfrm>
            <a:off x="9985744" y="5540770"/>
            <a:ext cx="0" cy="1762125"/>
          </a:xfrm>
          <a:custGeom>
            <a:avLst/>
            <a:gdLst/>
            <a:ahLst/>
            <a:cxnLst/>
            <a:rect l="l" t="t" r="r" b="b"/>
            <a:pathLst>
              <a:path w="0" h="1762125">
                <a:moveTo>
                  <a:pt x="0" y="1761727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3" name="object 263"/>
          <p:cNvSpPr/>
          <p:nvPr/>
        </p:nvSpPr>
        <p:spPr>
          <a:xfrm>
            <a:off x="5744350" y="5885456"/>
            <a:ext cx="1159510" cy="0"/>
          </a:xfrm>
          <a:custGeom>
            <a:avLst/>
            <a:gdLst/>
            <a:ahLst/>
            <a:cxnLst/>
            <a:rect l="l" t="t" r="r" b="b"/>
            <a:pathLst>
              <a:path w="1159509" h="0">
                <a:moveTo>
                  <a:pt x="0" y="0"/>
                </a:moveTo>
                <a:lnTo>
                  <a:pt x="1159059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4" name="object 264"/>
          <p:cNvSpPr/>
          <p:nvPr/>
        </p:nvSpPr>
        <p:spPr>
          <a:xfrm>
            <a:off x="6877936" y="5604600"/>
            <a:ext cx="0" cy="179070"/>
          </a:xfrm>
          <a:custGeom>
            <a:avLst/>
            <a:gdLst/>
            <a:ahLst/>
            <a:cxnLst/>
            <a:rect l="l" t="t" r="r" b="b"/>
            <a:pathLst>
              <a:path w="0" h="179070">
                <a:moveTo>
                  <a:pt x="0" y="178725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5" name="object 265"/>
          <p:cNvSpPr/>
          <p:nvPr/>
        </p:nvSpPr>
        <p:spPr>
          <a:xfrm>
            <a:off x="6852462" y="5885456"/>
            <a:ext cx="649605" cy="0"/>
          </a:xfrm>
          <a:custGeom>
            <a:avLst/>
            <a:gdLst/>
            <a:ahLst/>
            <a:cxnLst/>
            <a:rect l="l" t="t" r="r" b="b"/>
            <a:pathLst>
              <a:path w="649604" h="0">
                <a:moveTo>
                  <a:pt x="0" y="0"/>
                </a:moveTo>
                <a:lnTo>
                  <a:pt x="649582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6" name="object 266"/>
          <p:cNvSpPr/>
          <p:nvPr/>
        </p:nvSpPr>
        <p:spPr>
          <a:xfrm>
            <a:off x="8954054" y="5604600"/>
            <a:ext cx="0" cy="294005"/>
          </a:xfrm>
          <a:custGeom>
            <a:avLst/>
            <a:gdLst/>
            <a:ahLst/>
            <a:cxnLst/>
            <a:rect l="l" t="t" r="r" b="b"/>
            <a:pathLst>
              <a:path w="0" h="294004">
                <a:moveTo>
                  <a:pt x="0" y="293621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67" name="object 267"/>
          <p:cNvGrpSpPr/>
          <p:nvPr/>
        </p:nvGrpSpPr>
        <p:grpSpPr>
          <a:xfrm>
            <a:off x="11323121" y="5604600"/>
            <a:ext cx="1834514" cy="306705"/>
            <a:chOff x="11323121" y="5604600"/>
            <a:chExt cx="1834514" cy="306705"/>
          </a:xfrm>
        </p:grpSpPr>
        <p:sp>
          <p:nvSpPr>
            <p:cNvPr id="268" name="object 268"/>
            <p:cNvSpPr/>
            <p:nvPr/>
          </p:nvSpPr>
          <p:spPr>
            <a:xfrm>
              <a:off x="11323121" y="5885456"/>
              <a:ext cx="535305" cy="0"/>
            </a:xfrm>
            <a:custGeom>
              <a:avLst/>
              <a:gdLst/>
              <a:ahLst/>
              <a:cxnLst/>
              <a:rect l="l" t="t" r="r" b="b"/>
              <a:pathLst>
                <a:path w="535304" h="0">
                  <a:moveTo>
                    <a:pt x="0" y="0"/>
                  </a:moveTo>
                  <a:lnTo>
                    <a:pt x="534950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/>
            <p:cNvSpPr/>
            <p:nvPr/>
          </p:nvSpPr>
          <p:spPr>
            <a:xfrm>
              <a:off x="11526911" y="5604600"/>
              <a:ext cx="0" cy="306705"/>
            </a:xfrm>
            <a:custGeom>
              <a:avLst/>
              <a:gdLst/>
              <a:ahLst/>
              <a:cxnLst/>
              <a:rect l="l" t="t" r="r" b="b"/>
              <a:pathLst>
                <a:path w="0" h="306704">
                  <a:moveTo>
                    <a:pt x="0" y="306387"/>
                  </a:moveTo>
                  <a:lnTo>
                    <a:pt x="0" y="0"/>
                  </a:lnTo>
                </a:path>
              </a:pathLst>
            </a:custGeom>
            <a:ln w="764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/>
            <p:cNvSpPr/>
            <p:nvPr/>
          </p:nvSpPr>
          <p:spPr>
            <a:xfrm>
              <a:off x="11858071" y="5604600"/>
              <a:ext cx="1299210" cy="294005"/>
            </a:xfrm>
            <a:custGeom>
              <a:avLst/>
              <a:gdLst/>
              <a:ahLst/>
              <a:cxnLst/>
              <a:rect l="l" t="t" r="r" b="b"/>
              <a:pathLst>
                <a:path w="1299209" h="294004">
                  <a:moveTo>
                    <a:pt x="0" y="280855"/>
                  </a:moveTo>
                  <a:lnTo>
                    <a:pt x="1299165" y="280855"/>
                  </a:lnTo>
                </a:path>
                <a:path w="1299209" h="294004">
                  <a:moveTo>
                    <a:pt x="1286428" y="293621"/>
                  </a:moveTo>
                  <a:lnTo>
                    <a:pt x="1286428" y="0"/>
                  </a:lnTo>
                </a:path>
              </a:pathLst>
            </a:custGeom>
            <a:ln w="255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1" name="object 271"/>
          <p:cNvGrpSpPr/>
          <p:nvPr/>
        </p:nvGrpSpPr>
        <p:grpSpPr>
          <a:xfrm>
            <a:off x="4356026" y="5859923"/>
            <a:ext cx="624205" cy="51435"/>
            <a:chOff x="4356026" y="5859923"/>
            <a:chExt cx="624205" cy="51435"/>
          </a:xfrm>
        </p:grpSpPr>
        <p:sp>
          <p:nvSpPr>
            <p:cNvPr id="272" name="object 272"/>
            <p:cNvSpPr/>
            <p:nvPr/>
          </p:nvSpPr>
          <p:spPr>
            <a:xfrm>
              <a:off x="4356026" y="5885455"/>
              <a:ext cx="178435" cy="0"/>
            </a:xfrm>
            <a:custGeom>
              <a:avLst/>
              <a:gdLst/>
              <a:ahLst/>
              <a:cxnLst/>
              <a:rect l="l" t="t" r="r" b="b"/>
              <a:pathLst>
                <a:path w="178435" h="0">
                  <a:moveTo>
                    <a:pt x="0" y="0"/>
                  </a:moveTo>
                  <a:lnTo>
                    <a:pt x="178316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/>
            <p:cNvSpPr/>
            <p:nvPr/>
          </p:nvSpPr>
          <p:spPr>
            <a:xfrm>
              <a:off x="4521606" y="5885455"/>
              <a:ext cx="459105" cy="0"/>
            </a:xfrm>
            <a:custGeom>
              <a:avLst/>
              <a:gdLst/>
              <a:ahLst/>
              <a:cxnLst/>
              <a:rect l="l" t="t" r="r" b="b"/>
              <a:pathLst>
                <a:path w="459104" h="0">
                  <a:moveTo>
                    <a:pt x="0" y="0"/>
                  </a:moveTo>
                  <a:lnTo>
                    <a:pt x="458529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4" name="object 274"/>
          <p:cNvSpPr/>
          <p:nvPr/>
        </p:nvSpPr>
        <p:spPr>
          <a:xfrm>
            <a:off x="6877936" y="5783326"/>
            <a:ext cx="0" cy="459740"/>
          </a:xfrm>
          <a:custGeom>
            <a:avLst/>
            <a:gdLst/>
            <a:ahLst/>
            <a:cxnLst/>
            <a:rect l="l" t="t" r="r" b="b"/>
            <a:pathLst>
              <a:path w="0" h="459739">
                <a:moveTo>
                  <a:pt x="0" y="459581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5" name="object 275"/>
          <p:cNvSpPr/>
          <p:nvPr/>
        </p:nvSpPr>
        <p:spPr>
          <a:xfrm>
            <a:off x="7502045" y="5885456"/>
            <a:ext cx="1464945" cy="0"/>
          </a:xfrm>
          <a:custGeom>
            <a:avLst/>
            <a:gdLst/>
            <a:ahLst/>
            <a:cxnLst/>
            <a:rect l="l" t="t" r="r" b="b"/>
            <a:pathLst>
              <a:path w="1464945" h="0">
                <a:moveTo>
                  <a:pt x="0" y="0"/>
                </a:moveTo>
                <a:lnTo>
                  <a:pt x="1464745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6" name="object 276"/>
          <p:cNvSpPr/>
          <p:nvPr/>
        </p:nvSpPr>
        <p:spPr>
          <a:xfrm>
            <a:off x="11717966" y="5783326"/>
            <a:ext cx="0" cy="332105"/>
          </a:xfrm>
          <a:custGeom>
            <a:avLst/>
            <a:gdLst/>
            <a:ahLst/>
            <a:cxnLst/>
            <a:rect l="l" t="t" r="r" b="b"/>
            <a:pathLst>
              <a:path w="0" h="332104">
                <a:moveTo>
                  <a:pt x="0" y="331919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7" name="object 277"/>
          <p:cNvSpPr/>
          <p:nvPr/>
        </p:nvSpPr>
        <p:spPr>
          <a:xfrm>
            <a:off x="8954054" y="5872689"/>
            <a:ext cx="0" cy="242570"/>
          </a:xfrm>
          <a:custGeom>
            <a:avLst/>
            <a:gdLst/>
            <a:ahLst/>
            <a:cxnLst/>
            <a:rect l="l" t="t" r="r" b="b"/>
            <a:pathLst>
              <a:path w="0" h="242570">
                <a:moveTo>
                  <a:pt x="0" y="242556"/>
                </a:moveTo>
                <a:lnTo>
                  <a:pt x="0" y="0"/>
                </a:lnTo>
              </a:path>
            </a:pathLst>
          </a:custGeom>
          <a:ln w="1018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8" name="object 278"/>
          <p:cNvSpPr/>
          <p:nvPr/>
        </p:nvSpPr>
        <p:spPr>
          <a:xfrm>
            <a:off x="11469595" y="5859923"/>
            <a:ext cx="114935" cy="140970"/>
          </a:xfrm>
          <a:custGeom>
            <a:avLst/>
            <a:gdLst/>
            <a:ahLst/>
            <a:cxnLst/>
            <a:rect l="l" t="t" r="r" b="b"/>
            <a:pathLst>
              <a:path w="114934" h="140970">
                <a:moveTo>
                  <a:pt x="0" y="0"/>
                </a:moveTo>
                <a:lnTo>
                  <a:pt x="114632" y="0"/>
                </a:lnTo>
                <a:lnTo>
                  <a:pt x="114632" y="140427"/>
                </a:lnTo>
                <a:lnTo>
                  <a:pt x="0" y="1404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9" name="object 279"/>
          <p:cNvSpPr/>
          <p:nvPr/>
        </p:nvSpPr>
        <p:spPr>
          <a:xfrm>
            <a:off x="12201968" y="5872689"/>
            <a:ext cx="0" cy="485140"/>
          </a:xfrm>
          <a:custGeom>
            <a:avLst/>
            <a:gdLst/>
            <a:ahLst/>
            <a:cxnLst/>
            <a:rect l="l" t="t" r="r" b="b"/>
            <a:pathLst>
              <a:path w="0" h="485139">
                <a:moveTo>
                  <a:pt x="0" y="485113"/>
                </a:moveTo>
                <a:lnTo>
                  <a:pt x="0" y="0"/>
                </a:lnTo>
              </a:path>
            </a:pathLst>
          </a:custGeom>
          <a:ln w="764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0" name="object 280"/>
          <p:cNvSpPr/>
          <p:nvPr/>
        </p:nvSpPr>
        <p:spPr>
          <a:xfrm>
            <a:off x="12443969" y="5872689"/>
            <a:ext cx="0" cy="128270"/>
          </a:xfrm>
          <a:custGeom>
            <a:avLst/>
            <a:gdLst/>
            <a:ahLst/>
            <a:cxnLst/>
            <a:rect l="l" t="t" r="r" b="b"/>
            <a:pathLst>
              <a:path w="0" h="128270">
                <a:moveTo>
                  <a:pt x="0" y="127661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1" name="object 281"/>
          <p:cNvSpPr/>
          <p:nvPr/>
        </p:nvSpPr>
        <p:spPr>
          <a:xfrm>
            <a:off x="13144501" y="5872689"/>
            <a:ext cx="0" cy="741045"/>
          </a:xfrm>
          <a:custGeom>
            <a:avLst/>
            <a:gdLst/>
            <a:ahLst/>
            <a:cxnLst/>
            <a:rect l="l" t="t" r="r" b="b"/>
            <a:pathLst>
              <a:path w="0" h="741045">
                <a:moveTo>
                  <a:pt x="0" y="740436"/>
                </a:moveTo>
                <a:lnTo>
                  <a:pt x="0" y="0"/>
                </a:lnTo>
              </a:path>
            </a:pathLst>
          </a:custGeom>
          <a:ln w="6368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2" name="object 282"/>
          <p:cNvSpPr/>
          <p:nvPr/>
        </p:nvSpPr>
        <p:spPr>
          <a:xfrm>
            <a:off x="4763607" y="6000351"/>
            <a:ext cx="0" cy="64135"/>
          </a:xfrm>
          <a:custGeom>
            <a:avLst/>
            <a:gdLst/>
            <a:ahLst/>
            <a:cxnLst/>
            <a:rect l="l" t="t" r="r" b="b"/>
            <a:pathLst>
              <a:path w="0" h="64135">
                <a:moveTo>
                  <a:pt x="0" y="63830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3" name="object 283"/>
          <p:cNvSpPr/>
          <p:nvPr/>
        </p:nvSpPr>
        <p:spPr>
          <a:xfrm>
            <a:off x="11526911" y="6000351"/>
            <a:ext cx="0" cy="268605"/>
          </a:xfrm>
          <a:custGeom>
            <a:avLst/>
            <a:gdLst/>
            <a:ahLst/>
            <a:cxnLst/>
            <a:rect l="l" t="t" r="r" b="b"/>
            <a:pathLst>
              <a:path w="0" h="268604">
                <a:moveTo>
                  <a:pt x="0" y="268088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4" name="object 284"/>
          <p:cNvSpPr/>
          <p:nvPr/>
        </p:nvSpPr>
        <p:spPr>
          <a:xfrm>
            <a:off x="968005" y="6115246"/>
            <a:ext cx="866140" cy="0"/>
          </a:xfrm>
          <a:custGeom>
            <a:avLst/>
            <a:gdLst/>
            <a:ahLst/>
            <a:cxnLst/>
            <a:rect l="l" t="t" r="r" b="b"/>
            <a:pathLst>
              <a:path w="866139" h="0">
                <a:moveTo>
                  <a:pt x="0" y="0"/>
                </a:moveTo>
                <a:lnTo>
                  <a:pt x="866110" y="0"/>
                </a:lnTo>
              </a:path>
            </a:pathLst>
          </a:custGeom>
          <a:ln w="765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5" name="object 285"/>
          <p:cNvSpPr/>
          <p:nvPr/>
        </p:nvSpPr>
        <p:spPr>
          <a:xfrm>
            <a:off x="4381500" y="6064182"/>
            <a:ext cx="0" cy="51435"/>
          </a:xfrm>
          <a:custGeom>
            <a:avLst/>
            <a:gdLst/>
            <a:ahLst/>
            <a:cxnLst/>
            <a:rect l="l" t="t" r="r" b="b"/>
            <a:pathLst>
              <a:path w="0" h="51435">
                <a:moveTo>
                  <a:pt x="0" y="51064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86" name="object 286"/>
          <p:cNvGrpSpPr/>
          <p:nvPr/>
        </p:nvGrpSpPr>
        <p:grpSpPr>
          <a:xfrm>
            <a:off x="5260347" y="6064182"/>
            <a:ext cx="1643380" cy="57785"/>
            <a:chOff x="5260347" y="6064182"/>
            <a:chExt cx="1643380" cy="57785"/>
          </a:xfrm>
        </p:grpSpPr>
        <p:sp>
          <p:nvSpPr>
            <p:cNvPr id="287" name="object 287"/>
            <p:cNvSpPr/>
            <p:nvPr/>
          </p:nvSpPr>
          <p:spPr>
            <a:xfrm>
              <a:off x="5273084" y="6064182"/>
              <a:ext cx="0" cy="51435"/>
            </a:xfrm>
            <a:custGeom>
              <a:avLst/>
              <a:gdLst/>
              <a:ahLst/>
              <a:cxnLst/>
              <a:rect l="l" t="t" r="r" b="b"/>
              <a:pathLst>
                <a:path w="0" h="51435">
                  <a:moveTo>
                    <a:pt x="0" y="51064"/>
                  </a:moveTo>
                  <a:lnTo>
                    <a:pt x="0" y="0"/>
                  </a:lnTo>
                </a:path>
              </a:pathLst>
            </a:custGeom>
            <a:ln w="254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/>
            <p:cNvSpPr/>
            <p:nvPr/>
          </p:nvSpPr>
          <p:spPr>
            <a:xfrm>
              <a:off x="5260347" y="6115246"/>
              <a:ext cx="1643380" cy="0"/>
            </a:xfrm>
            <a:custGeom>
              <a:avLst/>
              <a:gdLst/>
              <a:ahLst/>
              <a:cxnLst/>
              <a:rect l="l" t="t" r="r" b="b"/>
              <a:pathLst>
                <a:path w="1643379" h="0">
                  <a:moveTo>
                    <a:pt x="0" y="0"/>
                  </a:moveTo>
                  <a:lnTo>
                    <a:pt x="1643062" y="0"/>
                  </a:lnTo>
                </a:path>
              </a:pathLst>
            </a:custGeom>
            <a:ln w="127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9" name="object 289"/>
          <p:cNvGrpSpPr/>
          <p:nvPr/>
        </p:nvGrpSpPr>
        <p:grpSpPr>
          <a:xfrm>
            <a:off x="1795905" y="6076948"/>
            <a:ext cx="1350645" cy="172720"/>
            <a:chOff x="1795905" y="6076948"/>
            <a:chExt cx="1350645" cy="172720"/>
          </a:xfrm>
        </p:grpSpPr>
        <p:sp>
          <p:nvSpPr>
            <p:cNvPr id="290" name="object 290"/>
            <p:cNvSpPr/>
            <p:nvPr/>
          </p:nvSpPr>
          <p:spPr>
            <a:xfrm>
              <a:off x="1821379" y="6076948"/>
              <a:ext cx="0" cy="166370"/>
            </a:xfrm>
            <a:custGeom>
              <a:avLst/>
              <a:gdLst/>
              <a:ahLst/>
              <a:cxnLst/>
              <a:rect l="l" t="t" r="r" b="b"/>
              <a:pathLst>
                <a:path w="0" h="166370">
                  <a:moveTo>
                    <a:pt x="0" y="165959"/>
                  </a:moveTo>
                  <a:lnTo>
                    <a:pt x="0" y="0"/>
                  </a:lnTo>
                </a:path>
              </a:pathLst>
            </a:custGeom>
            <a:ln w="509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/>
            <p:cNvSpPr/>
            <p:nvPr/>
          </p:nvSpPr>
          <p:spPr>
            <a:xfrm>
              <a:off x="1795905" y="6242908"/>
              <a:ext cx="1350645" cy="0"/>
            </a:xfrm>
            <a:custGeom>
              <a:avLst/>
              <a:gdLst/>
              <a:ahLst/>
              <a:cxnLst/>
              <a:rect l="l" t="t" r="r" b="b"/>
              <a:pathLst>
                <a:path w="1350645" h="0">
                  <a:moveTo>
                    <a:pt x="0" y="0"/>
                  </a:moveTo>
                  <a:lnTo>
                    <a:pt x="1350113" y="0"/>
                  </a:lnTo>
                </a:path>
              </a:pathLst>
            </a:custGeom>
            <a:ln w="127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2" name="object 292"/>
          <p:cNvSpPr/>
          <p:nvPr/>
        </p:nvSpPr>
        <p:spPr>
          <a:xfrm>
            <a:off x="5566033" y="6357803"/>
            <a:ext cx="1325245" cy="0"/>
          </a:xfrm>
          <a:custGeom>
            <a:avLst/>
            <a:gdLst/>
            <a:ahLst/>
            <a:cxnLst/>
            <a:rect l="l" t="t" r="r" b="b"/>
            <a:pathLst>
              <a:path w="1325245" h="0">
                <a:moveTo>
                  <a:pt x="0" y="0"/>
                </a:moveTo>
                <a:lnTo>
                  <a:pt x="1324639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93" name="object 293"/>
          <p:cNvGrpSpPr/>
          <p:nvPr/>
        </p:nvGrpSpPr>
        <p:grpSpPr>
          <a:xfrm>
            <a:off x="11323121" y="6217375"/>
            <a:ext cx="1503045" cy="51435"/>
            <a:chOff x="11323121" y="6217375"/>
            <a:chExt cx="1503045" cy="51435"/>
          </a:xfrm>
        </p:grpSpPr>
        <p:sp>
          <p:nvSpPr>
            <p:cNvPr id="294" name="object 294"/>
            <p:cNvSpPr/>
            <p:nvPr/>
          </p:nvSpPr>
          <p:spPr>
            <a:xfrm>
              <a:off x="11323121" y="6242908"/>
              <a:ext cx="216535" cy="0"/>
            </a:xfrm>
            <a:custGeom>
              <a:avLst/>
              <a:gdLst/>
              <a:ahLst/>
              <a:cxnLst/>
              <a:rect l="l" t="t" r="r" b="b"/>
              <a:pathLst>
                <a:path w="216534" h="0">
                  <a:moveTo>
                    <a:pt x="0" y="0"/>
                  </a:moveTo>
                  <a:lnTo>
                    <a:pt x="216527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/>
            <p:cNvSpPr/>
            <p:nvPr/>
          </p:nvSpPr>
          <p:spPr>
            <a:xfrm>
              <a:off x="11514175" y="6242908"/>
              <a:ext cx="1311910" cy="0"/>
            </a:xfrm>
            <a:custGeom>
              <a:avLst/>
              <a:gdLst/>
              <a:ahLst/>
              <a:cxnLst/>
              <a:rect l="l" t="t" r="r" b="b"/>
              <a:pathLst>
                <a:path w="1311909" h="0">
                  <a:moveTo>
                    <a:pt x="0" y="0"/>
                  </a:moveTo>
                  <a:lnTo>
                    <a:pt x="1311902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6" name="object 296"/>
          <p:cNvSpPr/>
          <p:nvPr/>
        </p:nvSpPr>
        <p:spPr>
          <a:xfrm>
            <a:off x="1821379" y="6242908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5">
                <a:moveTo>
                  <a:pt x="0" y="114895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7" name="object 297"/>
          <p:cNvSpPr/>
          <p:nvPr/>
        </p:nvSpPr>
        <p:spPr>
          <a:xfrm>
            <a:off x="2050644" y="6357803"/>
            <a:ext cx="1095375" cy="0"/>
          </a:xfrm>
          <a:custGeom>
            <a:avLst/>
            <a:gdLst/>
            <a:ahLst/>
            <a:cxnLst/>
            <a:rect l="l" t="t" r="r" b="b"/>
            <a:pathLst>
              <a:path w="1095375" h="0">
                <a:moveTo>
                  <a:pt x="0" y="0"/>
                </a:moveTo>
                <a:lnTo>
                  <a:pt x="1095375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8" name="object 298"/>
          <p:cNvSpPr/>
          <p:nvPr/>
        </p:nvSpPr>
        <p:spPr>
          <a:xfrm>
            <a:off x="6877936" y="6242908"/>
            <a:ext cx="0" cy="128270"/>
          </a:xfrm>
          <a:custGeom>
            <a:avLst/>
            <a:gdLst/>
            <a:ahLst/>
            <a:cxnLst/>
            <a:rect l="l" t="t" r="r" b="b"/>
            <a:pathLst>
              <a:path w="0" h="128270">
                <a:moveTo>
                  <a:pt x="0" y="127661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9" name="object 299"/>
          <p:cNvSpPr/>
          <p:nvPr/>
        </p:nvSpPr>
        <p:spPr>
          <a:xfrm>
            <a:off x="11526911" y="6217375"/>
            <a:ext cx="0" cy="587375"/>
          </a:xfrm>
          <a:custGeom>
            <a:avLst/>
            <a:gdLst/>
            <a:ahLst/>
            <a:cxnLst/>
            <a:rect l="l" t="t" r="r" b="b"/>
            <a:pathLst>
              <a:path w="0" h="587375">
                <a:moveTo>
                  <a:pt x="0" y="587242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0" name="object 300"/>
          <p:cNvSpPr/>
          <p:nvPr/>
        </p:nvSpPr>
        <p:spPr>
          <a:xfrm>
            <a:off x="3120545" y="6357803"/>
            <a:ext cx="0" cy="191770"/>
          </a:xfrm>
          <a:custGeom>
            <a:avLst/>
            <a:gdLst/>
            <a:ahLst/>
            <a:cxnLst/>
            <a:rect l="l" t="t" r="r" b="b"/>
            <a:pathLst>
              <a:path w="0" h="191770">
                <a:moveTo>
                  <a:pt x="0" y="191492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01" name="object 301"/>
          <p:cNvGrpSpPr/>
          <p:nvPr/>
        </p:nvGrpSpPr>
        <p:grpSpPr>
          <a:xfrm>
            <a:off x="11323121" y="6357803"/>
            <a:ext cx="1847214" cy="217170"/>
            <a:chOff x="11323121" y="6357803"/>
            <a:chExt cx="1847214" cy="217170"/>
          </a:xfrm>
        </p:grpSpPr>
        <p:sp>
          <p:nvSpPr>
            <p:cNvPr id="302" name="object 302"/>
            <p:cNvSpPr/>
            <p:nvPr/>
          </p:nvSpPr>
          <p:spPr>
            <a:xfrm>
              <a:off x="11323121" y="6357803"/>
              <a:ext cx="892175" cy="204470"/>
            </a:xfrm>
            <a:custGeom>
              <a:avLst/>
              <a:gdLst/>
              <a:ahLst/>
              <a:cxnLst/>
              <a:rect l="l" t="t" r="r" b="b"/>
              <a:pathLst>
                <a:path w="892175" h="204470">
                  <a:moveTo>
                    <a:pt x="0" y="191492"/>
                  </a:moveTo>
                  <a:lnTo>
                    <a:pt x="891584" y="191492"/>
                  </a:lnTo>
                </a:path>
                <a:path w="892175" h="204470">
                  <a:moveTo>
                    <a:pt x="878847" y="204258"/>
                  </a:moveTo>
                  <a:lnTo>
                    <a:pt x="878847" y="0"/>
                  </a:lnTo>
                </a:path>
              </a:pathLst>
            </a:custGeom>
            <a:ln w="255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/>
            <p:cNvSpPr/>
            <p:nvPr/>
          </p:nvSpPr>
          <p:spPr>
            <a:xfrm>
              <a:off x="12189231" y="6549295"/>
              <a:ext cx="636905" cy="0"/>
            </a:xfrm>
            <a:custGeom>
              <a:avLst/>
              <a:gdLst/>
              <a:ahLst/>
              <a:cxnLst/>
              <a:rect l="l" t="t" r="r" b="b"/>
              <a:pathLst>
                <a:path w="636904" h="0">
                  <a:moveTo>
                    <a:pt x="0" y="0"/>
                  </a:moveTo>
                  <a:lnTo>
                    <a:pt x="636845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/>
            <p:cNvSpPr/>
            <p:nvPr/>
          </p:nvSpPr>
          <p:spPr>
            <a:xfrm>
              <a:off x="12685971" y="6357803"/>
              <a:ext cx="484505" cy="217170"/>
            </a:xfrm>
            <a:custGeom>
              <a:avLst/>
              <a:gdLst/>
              <a:ahLst/>
              <a:cxnLst/>
              <a:rect l="l" t="t" r="r" b="b"/>
              <a:pathLst>
                <a:path w="484505" h="217170">
                  <a:moveTo>
                    <a:pt x="0" y="217024"/>
                  </a:moveTo>
                  <a:lnTo>
                    <a:pt x="0" y="0"/>
                  </a:lnTo>
                </a:path>
                <a:path w="484505" h="217170">
                  <a:moveTo>
                    <a:pt x="140106" y="191492"/>
                  </a:moveTo>
                  <a:lnTo>
                    <a:pt x="484002" y="191492"/>
                  </a:lnTo>
                </a:path>
              </a:pathLst>
            </a:custGeom>
            <a:ln w="255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5" name="object 305"/>
          <p:cNvSpPr/>
          <p:nvPr/>
        </p:nvSpPr>
        <p:spPr>
          <a:xfrm>
            <a:off x="9629110" y="6549295"/>
            <a:ext cx="0" cy="434340"/>
          </a:xfrm>
          <a:custGeom>
            <a:avLst/>
            <a:gdLst/>
            <a:ahLst/>
            <a:cxnLst/>
            <a:rect l="l" t="t" r="r" b="b"/>
            <a:pathLst>
              <a:path w="0" h="434340">
                <a:moveTo>
                  <a:pt x="0" y="434048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06" name="object 306"/>
          <p:cNvGrpSpPr/>
          <p:nvPr/>
        </p:nvGrpSpPr>
        <p:grpSpPr>
          <a:xfrm>
            <a:off x="9973007" y="6587594"/>
            <a:ext cx="598805" cy="51435"/>
            <a:chOff x="9973007" y="6587594"/>
            <a:chExt cx="598805" cy="51435"/>
          </a:xfrm>
        </p:grpSpPr>
        <p:sp>
          <p:nvSpPr>
            <p:cNvPr id="307" name="object 307"/>
            <p:cNvSpPr/>
            <p:nvPr/>
          </p:nvSpPr>
          <p:spPr>
            <a:xfrm>
              <a:off x="9973007" y="6613126"/>
              <a:ext cx="140335" cy="0"/>
            </a:xfrm>
            <a:custGeom>
              <a:avLst/>
              <a:gdLst/>
              <a:ahLst/>
              <a:cxnLst/>
              <a:rect l="l" t="t" r="r" b="b"/>
              <a:pathLst>
                <a:path w="140334" h="0">
                  <a:moveTo>
                    <a:pt x="0" y="0"/>
                  </a:moveTo>
                  <a:lnTo>
                    <a:pt x="140106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8" name="object 308"/>
            <p:cNvSpPr/>
            <p:nvPr/>
          </p:nvSpPr>
          <p:spPr>
            <a:xfrm>
              <a:off x="10113113" y="6613126"/>
              <a:ext cx="331470" cy="0"/>
            </a:xfrm>
            <a:custGeom>
              <a:avLst/>
              <a:gdLst/>
              <a:ahLst/>
              <a:cxnLst/>
              <a:rect l="l" t="t" r="r" b="b"/>
              <a:pathLst>
                <a:path w="331470" h="0">
                  <a:moveTo>
                    <a:pt x="0" y="0"/>
                  </a:moveTo>
                  <a:lnTo>
                    <a:pt x="331159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/>
            <p:cNvSpPr/>
            <p:nvPr/>
          </p:nvSpPr>
          <p:spPr>
            <a:xfrm>
              <a:off x="10444273" y="6613126"/>
              <a:ext cx="127635" cy="0"/>
            </a:xfrm>
            <a:custGeom>
              <a:avLst/>
              <a:gdLst/>
              <a:ahLst/>
              <a:cxnLst/>
              <a:rect l="l" t="t" r="r" b="b"/>
              <a:pathLst>
                <a:path w="127634" h="0">
                  <a:moveTo>
                    <a:pt x="0" y="0"/>
                  </a:moveTo>
                  <a:lnTo>
                    <a:pt x="127369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0" name="object 310"/>
          <p:cNvSpPr/>
          <p:nvPr/>
        </p:nvSpPr>
        <p:spPr>
          <a:xfrm>
            <a:off x="12201968" y="6536529"/>
            <a:ext cx="0" cy="76835"/>
          </a:xfrm>
          <a:custGeom>
            <a:avLst/>
            <a:gdLst/>
            <a:ahLst/>
            <a:cxnLst/>
            <a:rect l="l" t="t" r="r" b="b"/>
            <a:pathLst>
              <a:path w="0" h="76834">
                <a:moveTo>
                  <a:pt x="0" y="76596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1" name="object 311"/>
          <p:cNvSpPr/>
          <p:nvPr/>
        </p:nvSpPr>
        <p:spPr>
          <a:xfrm>
            <a:off x="12443969" y="6523763"/>
            <a:ext cx="0" cy="89535"/>
          </a:xfrm>
          <a:custGeom>
            <a:avLst/>
            <a:gdLst/>
            <a:ahLst/>
            <a:cxnLst/>
            <a:rect l="l" t="t" r="r" b="b"/>
            <a:pathLst>
              <a:path w="0" h="89534">
                <a:moveTo>
                  <a:pt x="0" y="89362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2" name="object 312"/>
          <p:cNvSpPr/>
          <p:nvPr/>
        </p:nvSpPr>
        <p:spPr>
          <a:xfrm>
            <a:off x="12685971" y="6523763"/>
            <a:ext cx="0" cy="89535"/>
          </a:xfrm>
          <a:custGeom>
            <a:avLst/>
            <a:gdLst/>
            <a:ahLst/>
            <a:cxnLst/>
            <a:rect l="l" t="t" r="r" b="b"/>
            <a:pathLst>
              <a:path w="0" h="89534">
                <a:moveTo>
                  <a:pt x="0" y="89362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3" name="object 313"/>
          <p:cNvSpPr/>
          <p:nvPr/>
        </p:nvSpPr>
        <p:spPr>
          <a:xfrm>
            <a:off x="9399846" y="6804617"/>
            <a:ext cx="369570" cy="0"/>
          </a:xfrm>
          <a:custGeom>
            <a:avLst/>
            <a:gdLst/>
            <a:ahLst/>
            <a:cxnLst/>
            <a:rect l="l" t="t" r="r" b="b"/>
            <a:pathLst>
              <a:path w="369570" h="0">
                <a:moveTo>
                  <a:pt x="0" y="0"/>
                </a:moveTo>
                <a:lnTo>
                  <a:pt x="369370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4" name="object 314"/>
          <p:cNvSpPr/>
          <p:nvPr/>
        </p:nvSpPr>
        <p:spPr>
          <a:xfrm>
            <a:off x="10113113" y="6983344"/>
            <a:ext cx="382270" cy="0"/>
          </a:xfrm>
          <a:custGeom>
            <a:avLst/>
            <a:gdLst/>
            <a:ahLst/>
            <a:cxnLst/>
            <a:rect l="l" t="t" r="r" b="b"/>
            <a:pathLst>
              <a:path w="382270" h="0">
                <a:moveTo>
                  <a:pt x="0" y="0"/>
                </a:moveTo>
                <a:lnTo>
                  <a:pt x="382107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5" name="object 315"/>
          <p:cNvSpPr/>
          <p:nvPr/>
        </p:nvSpPr>
        <p:spPr>
          <a:xfrm>
            <a:off x="11858072" y="6613126"/>
            <a:ext cx="0" cy="1123950"/>
          </a:xfrm>
          <a:custGeom>
            <a:avLst/>
            <a:gdLst/>
            <a:ahLst/>
            <a:cxnLst/>
            <a:rect l="l" t="t" r="r" b="b"/>
            <a:pathLst>
              <a:path w="0" h="1123950">
                <a:moveTo>
                  <a:pt x="0" y="1123420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6" name="object 316"/>
          <p:cNvSpPr/>
          <p:nvPr/>
        </p:nvSpPr>
        <p:spPr>
          <a:xfrm>
            <a:off x="12443969" y="6613126"/>
            <a:ext cx="0" cy="1851660"/>
          </a:xfrm>
          <a:custGeom>
            <a:avLst/>
            <a:gdLst/>
            <a:ahLst/>
            <a:cxnLst/>
            <a:rect l="l" t="t" r="r" b="b"/>
            <a:pathLst>
              <a:path w="0" h="1851659">
                <a:moveTo>
                  <a:pt x="0" y="1851090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7" name="object 317"/>
          <p:cNvSpPr/>
          <p:nvPr/>
        </p:nvSpPr>
        <p:spPr>
          <a:xfrm>
            <a:off x="12685971" y="6613126"/>
            <a:ext cx="0" cy="191770"/>
          </a:xfrm>
          <a:custGeom>
            <a:avLst/>
            <a:gdLst/>
            <a:ahLst/>
            <a:cxnLst/>
            <a:rect l="l" t="t" r="r" b="b"/>
            <a:pathLst>
              <a:path w="0" h="191770">
                <a:moveTo>
                  <a:pt x="0" y="191492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8" name="object 318"/>
          <p:cNvSpPr/>
          <p:nvPr/>
        </p:nvSpPr>
        <p:spPr>
          <a:xfrm>
            <a:off x="13144501" y="6613126"/>
            <a:ext cx="0" cy="370840"/>
          </a:xfrm>
          <a:custGeom>
            <a:avLst/>
            <a:gdLst/>
            <a:ahLst/>
            <a:cxnLst/>
            <a:rect l="l" t="t" r="r" b="b"/>
            <a:pathLst>
              <a:path w="0" h="370840">
                <a:moveTo>
                  <a:pt x="0" y="370218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9" name="object 319"/>
          <p:cNvSpPr/>
          <p:nvPr/>
        </p:nvSpPr>
        <p:spPr>
          <a:xfrm>
            <a:off x="8890369" y="6785468"/>
            <a:ext cx="127635" cy="114935"/>
          </a:xfrm>
          <a:custGeom>
            <a:avLst/>
            <a:gdLst/>
            <a:ahLst/>
            <a:cxnLst/>
            <a:rect l="l" t="t" r="r" b="b"/>
            <a:pathLst>
              <a:path w="127634" h="114934">
                <a:moveTo>
                  <a:pt x="0" y="0"/>
                </a:moveTo>
                <a:lnTo>
                  <a:pt x="127369" y="0"/>
                </a:lnTo>
                <a:lnTo>
                  <a:pt x="127369" y="114895"/>
                </a:lnTo>
                <a:lnTo>
                  <a:pt x="0" y="1148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0" name="object 320"/>
          <p:cNvSpPr/>
          <p:nvPr/>
        </p:nvSpPr>
        <p:spPr>
          <a:xfrm>
            <a:off x="9399846" y="6804617"/>
            <a:ext cx="0" cy="804545"/>
          </a:xfrm>
          <a:custGeom>
            <a:avLst/>
            <a:gdLst/>
            <a:ahLst/>
            <a:cxnLst/>
            <a:rect l="l" t="t" r="r" b="b"/>
            <a:pathLst>
              <a:path w="0" h="804545">
                <a:moveTo>
                  <a:pt x="0" y="804266"/>
                </a:moveTo>
                <a:lnTo>
                  <a:pt x="0" y="0"/>
                </a:lnTo>
              </a:path>
            </a:pathLst>
          </a:custGeom>
          <a:ln w="764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1" name="object 321"/>
          <p:cNvSpPr/>
          <p:nvPr/>
        </p:nvSpPr>
        <p:spPr>
          <a:xfrm>
            <a:off x="9769216" y="6791852"/>
            <a:ext cx="0" cy="191770"/>
          </a:xfrm>
          <a:custGeom>
            <a:avLst/>
            <a:gdLst/>
            <a:ahLst/>
            <a:cxnLst/>
            <a:rect l="l" t="t" r="r" b="b"/>
            <a:pathLst>
              <a:path w="0" h="191770">
                <a:moveTo>
                  <a:pt x="0" y="191492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2" name="object 322"/>
          <p:cNvSpPr/>
          <p:nvPr/>
        </p:nvSpPr>
        <p:spPr>
          <a:xfrm>
            <a:off x="11526911" y="6804617"/>
            <a:ext cx="0" cy="306705"/>
          </a:xfrm>
          <a:custGeom>
            <a:avLst/>
            <a:gdLst/>
            <a:ahLst/>
            <a:cxnLst/>
            <a:rect l="l" t="t" r="r" b="b"/>
            <a:pathLst>
              <a:path w="0" h="306704">
                <a:moveTo>
                  <a:pt x="0" y="306387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3" name="object 323"/>
          <p:cNvSpPr/>
          <p:nvPr/>
        </p:nvSpPr>
        <p:spPr>
          <a:xfrm>
            <a:off x="8890369" y="6874832"/>
            <a:ext cx="127635" cy="114935"/>
          </a:xfrm>
          <a:custGeom>
            <a:avLst/>
            <a:gdLst/>
            <a:ahLst/>
            <a:cxnLst/>
            <a:rect l="l" t="t" r="r" b="b"/>
            <a:pathLst>
              <a:path w="127634" h="114934">
                <a:moveTo>
                  <a:pt x="0" y="0"/>
                </a:moveTo>
                <a:lnTo>
                  <a:pt x="127369" y="0"/>
                </a:lnTo>
                <a:lnTo>
                  <a:pt x="127369" y="114895"/>
                </a:lnTo>
                <a:lnTo>
                  <a:pt x="0" y="1148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4" name="object 324"/>
          <p:cNvSpPr/>
          <p:nvPr/>
        </p:nvSpPr>
        <p:spPr>
          <a:xfrm>
            <a:off x="9985744" y="6983344"/>
            <a:ext cx="127635" cy="0"/>
          </a:xfrm>
          <a:custGeom>
            <a:avLst/>
            <a:gdLst/>
            <a:ahLst/>
            <a:cxnLst/>
            <a:rect l="l" t="t" r="r" b="b"/>
            <a:pathLst>
              <a:path w="127634" h="0">
                <a:moveTo>
                  <a:pt x="0" y="0"/>
                </a:moveTo>
                <a:lnTo>
                  <a:pt x="127369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5" name="object 325"/>
          <p:cNvSpPr/>
          <p:nvPr/>
        </p:nvSpPr>
        <p:spPr>
          <a:xfrm>
            <a:off x="10393326" y="6983344"/>
            <a:ext cx="178435" cy="0"/>
          </a:xfrm>
          <a:custGeom>
            <a:avLst/>
            <a:gdLst/>
            <a:ahLst/>
            <a:cxnLst/>
            <a:rect l="l" t="t" r="r" b="b"/>
            <a:pathLst>
              <a:path w="178434" h="0">
                <a:moveTo>
                  <a:pt x="0" y="0"/>
                </a:moveTo>
                <a:lnTo>
                  <a:pt x="178316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6" name="object 326"/>
          <p:cNvSpPr/>
          <p:nvPr/>
        </p:nvSpPr>
        <p:spPr>
          <a:xfrm>
            <a:off x="8877632" y="6970578"/>
            <a:ext cx="153035" cy="153670"/>
          </a:xfrm>
          <a:custGeom>
            <a:avLst/>
            <a:gdLst/>
            <a:ahLst/>
            <a:cxnLst/>
            <a:rect l="l" t="t" r="r" b="b"/>
            <a:pathLst>
              <a:path w="153034" h="153670">
                <a:moveTo>
                  <a:pt x="0" y="0"/>
                </a:moveTo>
                <a:lnTo>
                  <a:pt x="152843" y="0"/>
                </a:lnTo>
                <a:lnTo>
                  <a:pt x="152843" y="153193"/>
                </a:lnTo>
                <a:lnTo>
                  <a:pt x="0" y="15319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7" name="object 327"/>
          <p:cNvSpPr/>
          <p:nvPr/>
        </p:nvSpPr>
        <p:spPr>
          <a:xfrm>
            <a:off x="9769216" y="6983344"/>
            <a:ext cx="0" cy="128270"/>
          </a:xfrm>
          <a:custGeom>
            <a:avLst/>
            <a:gdLst/>
            <a:ahLst/>
            <a:cxnLst/>
            <a:rect l="l" t="t" r="r" b="b"/>
            <a:pathLst>
              <a:path w="0" h="128270">
                <a:moveTo>
                  <a:pt x="0" y="127661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8" name="object 328"/>
          <p:cNvSpPr/>
          <p:nvPr/>
        </p:nvSpPr>
        <p:spPr>
          <a:xfrm>
            <a:off x="10113113" y="7302497"/>
            <a:ext cx="229870" cy="0"/>
          </a:xfrm>
          <a:custGeom>
            <a:avLst/>
            <a:gdLst/>
            <a:ahLst/>
            <a:cxnLst/>
            <a:rect l="l" t="t" r="r" b="b"/>
            <a:pathLst>
              <a:path w="229870" h="0">
                <a:moveTo>
                  <a:pt x="0" y="0"/>
                </a:moveTo>
                <a:lnTo>
                  <a:pt x="229264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29" name="object 329"/>
          <p:cNvGrpSpPr/>
          <p:nvPr/>
        </p:nvGrpSpPr>
        <p:grpSpPr>
          <a:xfrm>
            <a:off x="12443969" y="6983344"/>
            <a:ext cx="726440" cy="140970"/>
            <a:chOff x="12443969" y="6983344"/>
            <a:chExt cx="726440" cy="140970"/>
          </a:xfrm>
        </p:grpSpPr>
        <p:sp>
          <p:nvSpPr>
            <p:cNvPr id="330" name="object 330"/>
            <p:cNvSpPr/>
            <p:nvPr/>
          </p:nvSpPr>
          <p:spPr>
            <a:xfrm>
              <a:off x="12443969" y="7111005"/>
              <a:ext cx="726440" cy="0"/>
            </a:xfrm>
            <a:custGeom>
              <a:avLst/>
              <a:gdLst/>
              <a:ahLst/>
              <a:cxnLst/>
              <a:rect l="l" t="t" r="r" b="b"/>
              <a:pathLst>
                <a:path w="726440" h="0">
                  <a:moveTo>
                    <a:pt x="0" y="0"/>
                  </a:moveTo>
                  <a:lnTo>
                    <a:pt x="726004" y="0"/>
                  </a:lnTo>
                </a:path>
              </a:pathLst>
            </a:custGeom>
            <a:ln w="127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1" name="object 331"/>
            <p:cNvSpPr/>
            <p:nvPr/>
          </p:nvSpPr>
          <p:spPr>
            <a:xfrm>
              <a:off x="13144500" y="6983344"/>
              <a:ext cx="0" cy="140970"/>
            </a:xfrm>
            <a:custGeom>
              <a:avLst/>
              <a:gdLst/>
              <a:ahLst/>
              <a:cxnLst/>
              <a:rect l="l" t="t" r="r" b="b"/>
              <a:pathLst>
                <a:path w="0" h="140970">
                  <a:moveTo>
                    <a:pt x="0" y="140427"/>
                  </a:moveTo>
                  <a:lnTo>
                    <a:pt x="0" y="0"/>
                  </a:lnTo>
                </a:path>
              </a:pathLst>
            </a:custGeom>
            <a:ln w="509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2" name="object 332"/>
          <p:cNvSpPr/>
          <p:nvPr/>
        </p:nvSpPr>
        <p:spPr>
          <a:xfrm>
            <a:off x="9769216" y="7111005"/>
            <a:ext cx="0" cy="344805"/>
          </a:xfrm>
          <a:custGeom>
            <a:avLst/>
            <a:gdLst/>
            <a:ahLst/>
            <a:cxnLst/>
            <a:rect l="l" t="t" r="r" b="b"/>
            <a:pathLst>
              <a:path w="0" h="344804">
                <a:moveTo>
                  <a:pt x="0" y="344685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3" name="object 333"/>
          <p:cNvSpPr/>
          <p:nvPr/>
        </p:nvSpPr>
        <p:spPr>
          <a:xfrm>
            <a:off x="9973007" y="7302497"/>
            <a:ext cx="140335" cy="0"/>
          </a:xfrm>
          <a:custGeom>
            <a:avLst/>
            <a:gdLst/>
            <a:ahLst/>
            <a:cxnLst/>
            <a:rect l="l" t="t" r="r" b="b"/>
            <a:pathLst>
              <a:path w="140334" h="0">
                <a:moveTo>
                  <a:pt x="0" y="0"/>
                </a:moveTo>
                <a:lnTo>
                  <a:pt x="140106" y="0"/>
                </a:lnTo>
              </a:path>
            </a:pathLst>
          </a:custGeom>
          <a:ln w="5106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34" name="object 334"/>
          <p:cNvGrpSpPr/>
          <p:nvPr/>
        </p:nvGrpSpPr>
        <p:grpSpPr>
          <a:xfrm>
            <a:off x="10342378" y="6600359"/>
            <a:ext cx="229870" cy="727710"/>
            <a:chOff x="10342378" y="6600359"/>
            <a:chExt cx="229870" cy="727710"/>
          </a:xfrm>
        </p:grpSpPr>
        <p:sp>
          <p:nvSpPr>
            <p:cNvPr id="335" name="object 335"/>
            <p:cNvSpPr/>
            <p:nvPr/>
          </p:nvSpPr>
          <p:spPr>
            <a:xfrm>
              <a:off x="10342378" y="7302497"/>
              <a:ext cx="229870" cy="0"/>
            </a:xfrm>
            <a:custGeom>
              <a:avLst/>
              <a:gdLst/>
              <a:ahLst/>
              <a:cxnLst/>
              <a:rect l="l" t="t" r="r" b="b"/>
              <a:pathLst>
                <a:path w="229870" h="0">
                  <a:moveTo>
                    <a:pt x="0" y="0"/>
                  </a:moveTo>
                  <a:lnTo>
                    <a:pt x="229264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/>
            <p:cNvSpPr/>
            <p:nvPr/>
          </p:nvSpPr>
          <p:spPr>
            <a:xfrm>
              <a:off x="10386957" y="6600359"/>
              <a:ext cx="114935" cy="727710"/>
            </a:xfrm>
            <a:custGeom>
              <a:avLst/>
              <a:gdLst/>
              <a:ahLst/>
              <a:cxnLst/>
              <a:rect l="l" t="t" r="r" b="b"/>
              <a:pathLst>
                <a:path w="114934" h="727709">
                  <a:moveTo>
                    <a:pt x="0" y="0"/>
                  </a:moveTo>
                  <a:lnTo>
                    <a:pt x="114632" y="0"/>
                  </a:lnTo>
                  <a:lnTo>
                    <a:pt x="114632" y="727670"/>
                  </a:lnTo>
                  <a:lnTo>
                    <a:pt x="0" y="7276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7" name="object 337"/>
          <p:cNvSpPr/>
          <p:nvPr/>
        </p:nvSpPr>
        <p:spPr>
          <a:xfrm>
            <a:off x="13144501" y="7111005"/>
            <a:ext cx="0" cy="191770"/>
          </a:xfrm>
          <a:custGeom>
            <a:avLst/>
            <a:gdLst/>
            <a:ahLst/>
            <a:cxnLst/>
            <a:rect l="l" t="t" r="r" b="b"/>
            <a:pathLst>
              <a:path w="0" h="191770">
                <a:moveTo>
                  <a:pt x="0" y="191492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38" name="object 338"/>
          <p:cNvGrpSpPr/>
          <p:nvPr/>
        </p:nvGrpSpPr>
        <p:grpSpPr>
          <a:xfrm>
            <a:off x="9374372" y="7417392"/>
            <a:ext cx="407670" cy="51435"/>
            <a:chOff x="9374372" y="7417392"/>
            <a:chExt cx="407670" cy="51435"/>
          </a:xfrm>
        </p:grpSpPr>
        <p:sp>
          <p:nvSpPr>
            <p:cNvPr id="339" name="object 339"/>
            <p:cNvSpPr/>
            <p:nvPr/>
          </p:nvSpPr>
          <p:spPr>
            <a:xfrm>
              <a:off x="9374372" y="7442925"/>
              <a:ext cx="255270" cy="0"/>
            </a:xfrm>
            <a:custGeom>
              <a:avLst/>
              <a:gdLst/>
              <a:ahLst/>
              <a:cxnLst/>
              <a:rect l="l" t="t" r="r" b="b"/>
              <a:pathLst>
                <a:path w="255270" h="0">
                  <a:moveTo>
                    <a:pt x="0" y="0"/>
                  </a:moveTo>
                  <a:lnTo>
                    <a:pt x="254738" y="0"/>
                  </a:lnTo>
                </a:path>
              </a:pathLst>
            </a:custGeom>
            <a:ln w="51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/>
            <p:cNvSpPr/>
            <p:nvPr/>
          </p:nvSpPr>
          <p:spPr>
            <a:xfrm>
              <a:off x="9629111" y="7442925"/>
              <a:ext cx="153035" cy="0"/>
            </a:xfrm>
            <a:custGeom>
              <a:avLst/>
              <a:gdLst/>
              <a:ahLst/>
              <a:cxnLst/>
              <a:rect l="l" t="t" r="r" b="b"/>
              <a:pathLst>
                <a:path w="153034" h="0">
                  <a:moveTo>
                    <a:pt x="0" y="0"/>
                  </a:moveTo>
                  <a:lnTo>
                    <a:pt x="152843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1" name="object 341"/>
          <p:cNvSpPr/>
          <p:nvPr/>
        </p:nvSpPr>
        <p:spPr>
          <a:xfrm>
            <a:off x="9985744" y="7302497"/>
            <a:ext cx="0" cy="140970"/>
          </a:xfrm>
          <a:custGeom>
            <a:avLst/>
            <a:gdLst/>
            <a:ahLst/>
            <a:cxnLst/>
            <a:rect l="l" t="t" r="r" b="b"/>
            <a:pathLst>
              <a:path w="0" h="140970">
                <a:moveTo>
                  <a:pt x="0" y="140427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2" name="object 342"/>
          <p:cNvSpPr/>
          <p:nvPr/>
        </p:nvSpPr>
        <p:spPr>
          <a:xfrm>
            <a:off x="10444274" y="7276965"/>
            <a:ext cx="0" cy="166370"/>
          </a:xfrm>
          <a:custGeom>
            <a:avLst/>
            <a:gdLst/>
            <a:ahLst/>
            <a:cxnLst/>
            <a:rect l="l" t="t" r="r" b="b"/>
            <a:pathLst>
              <a:path w="0" h="166370">
                <a:moveTo>
                  <a:pt x="0" y="165959"/>
                </a:moveTo>
                <a:lnTo>
                  <a:pt x="0" y="0"/>
                </a:lnTo>
              </a:path>
            </a:pathLst>
          </a:custGeom>
          <a:ln w="764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3" name="object 343"/>
          <p:cNvSpPr/>
          <p:nvPr/>
        </p:nvSpPr>
        <p:spPr>
          <a:xfrm>
            <a:off x="11119330" y="7302497"/>
            <a:ext cx="420370" cy="153670"/>
          </a:xfrm>
          <a:custGeom>
            <a:avLst/>
            <a:gdLst/>
            <a:ahLst/>
            <a:cxnLst/>
            <a:rect l="l" t="t" r="r" b="b"/>
            <a:pathLst>
              <a:path w="420370" h="153670">
                <a:moveTo>
                  <a:pt x="0" y="140427"/>
                </a:moveTo>
                <a:lnTo>
                  <a:pt x="420318" y="140427"/>
                </a:lnTo>
              </a:path>
              <a:path w="420370" h="153670">
                <a:moveTo>
                  <a:pt x="407581" y="153193"/>
                </a:moveTo>
                <a:lnTo>
                  <a:pt x="407581" y="0"/>
                </a:lnTo>
              </a:path>
            </a:pathLst>
          </a:custGeom>
          <a:ln w="1275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4" name="object 344"/>
          <p:cNvSpPr/>
          <p:nvPr/>
        </p:nvSpPr>
        <p:spPr>
          <a:xfrm>
            <a:off x="13144501" y="7302497"/>
            <a:ext cx="0" cy="140970"/>
          </a:xfrm>
          <a:custGeom>
            <a:avLst/>
            <a:gdLst/>
            <a:ahLst/>
            <a:cxnLst/>
            <a:rect l="l" t="t" r="r" b="b"/>
            <a:pathLst>
              <a:path w="0" h="140970">
                <a:moveTo>
                  <a:pt x="0" y="140427"/>
                </a:moveTo>
                <a:lnTo>
                  <a:pt x="0" y="0"/>
                </a:lnTo>
              </a:path>
            </a:pathLst>
          </a:custGeom>
          <a:ln w="764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5" name="object 345"/>
          <p:cNvSpPr/>
          <p:nvPr/>
        </p:nvSpPr>
        <p:spPr>
          <a:xfrm>
            <a:off x="9769216" y="7417392"/>
            <a:ext cx="0" cy="191770"/>
          </a:xfrm>
          <a:custGeom>
            <a:avLst/>
            <a:gdLst/>
            <a:ahLst/>
            <a:cxnLst/>
            <a:rect l="l" t="t" r="r" b="b"/>
            <a:pathLst>
              <a:path w="0" h="191770">
                <a:moveTo>
                  <a:pt x="0" y="191492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6" name="object 346"/>
          <p:cNvSpPr/>
          <p:nvPr/>
        </p:nvSpPr>
        <p:spPr>
          <a:xfrm>
            <a:off x="9985744" y="7442925"/>
            <a:ext cx="0" cy="166370"/>
          </a:xfrm>
          <a:custGeom>
            <a:avLst/>
            <a:gdLst/>
            <a:ahLst/>
            <a:cxnLst/>
            <a:rect l="l" t="t" r="r" b="b"/>
            <a:pathLst>
              <a:path w="0" h="166370">
                <a:moveTo>
                  <a:pt x="0" y="165959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7" name="object 347"/>
          <p:cNvSpPr/>
          <p:nvPr/>
        </p:nvSpPr>
        <p:spPr>
          <a:xfrm>
            <a:off x="10386957" y="7442925"/>
            <a:ext cx="114935" cy="306705"/>
          </a:xfrm>
          <a:custGeom>
            <a:avLst/>
            <a:gdLst/>
            <a:ahLst/>
            <a:cxnLst/>
            <a:rect l="l" t="t" r="r" b="b"/>
            <a:pathLst>
              <a:path w="114934" h="306704">
                <a:moveTo>
                  <a:pt x="0" y="0"/>
                </a:moveTo>
                <a:lnTo>
                  <a:pt x="114632" y="0"/>
                </a:lnTo>
                <a:lnTo>
                  <a:pt x="114632" y="306387"/>
                </a:lnTo>
                <a:lnTo>
                  <a:pt x="0" y="30638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8" name="object 348"/>
          <p:cNvSpPr/>
          <p:nvPr/>
        </p:nvSpPr>
        <p:spPr>
          <a:xfrm>
            <a:off x="11526911" y="7442925"/>
            <a:ext cx="0" cy="166370"/>
          </a:xfrm>
          <a:custGeom>
            <a:avLst/>
            <a:gdLst/>
            <a:ahLst/>
            <a:cxnLst/>
            <a:rect l="l" t="t" r="r" b="b"/>
            <a:pathLst>
              <a:path w="0" h="166370">
                <a:moveTo>
                  <a:pt x="0" y="165959"/>
                </a:moveTo>
                <a:lnTo>
                  <a:pt x="0" y="0"/>
                </a:lnTo>
              </a:path>
            </a:pathLst>
          </a:custGeom>
          <a:ln w="764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9" name="object 349"/>
          <p:cNvSpPr/>
          <p:nvPr/>
        </p:nvSpPr>
        <p:spPr>
          <a:xfrm>
            <a:off x="8890369" y="7608885"/>
            <a:ext cx="127635" cy="114935"/>
          </a:xfrm>
          <a:custGeom>
            <a:avLst/>
            <a:gdLst/>
            <a:ahLst/>
            <a:cxnLst/>
            <a:rect l="l" t="t" r="r" b="b"/>
            <a:pathLst>
              <a:path w="127634" h="114934">
                <a:moveTo>
                  <a:pt x="0" y="0"/>
                </a:moveTo>
                <a:lnTo>
                  <a:pt x="127369" y="0"/>
                </a:lnTo>
                <a:lnTo>
                  <a:pt x="127369" y="114895"/>
                </a:lnTo>
                <a:lnTo>
                  <a:pt x="0" y="11489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0" name="object 350"/>
          <p:cNvSpPr/>
          <p:nvPr/>
        </p:nvSpPr>
        <p:spPr>
          <a:xfrm>
            <a:off x="9399846" y="7608885"/>
            <a:ext cx="0" cy="523875"/>
          </a:xfrm>
          <a:custGeom>
            <a:avLst/>
            <a:gdLst/>
            <a:ahLst/>
            <a:cxnLst/>
            <a:rect l="l" t="t" r="r" b="b"/>
            <a:pathLst>
              <a:path w="0" h="523875">
                <a:moveTo>
                  <a:pt x="0" y="523411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1" name="object 351"/>
          <p:cNvSpPr/>
          <p:nvPr/>
        </p:nvSpPr>
        <p:spPr>
          <a:xfrm>
            <a:off x="9769216" y="7608885"/>
            <a:ext cx="0" cy="114935"/>
          </a:xfrm>
          <a:custGeom>
            <a:avLst/>
            <a:gdLst/>
            <a:ahLst/>
            <a:cxnLst/>
            <a:rect l="l" t="t" r="r" b="b"/>
            <a:pathLst>
              <a:path w="0" h="114934">
                <a:moveTo>
                  <a:pt x="0" y="114895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2" name="object 352"/>
          <p:cNvSpPr/>
          <p:nvPr/>
        </p:nvSpPr>
        <p:spPr>
          <a:xfrm>
            <a:off x="9960271" y="7608885"/>
            <a:ext cx="611505" cy="114935"/>
          </a:xfrm>
          <a:custGeom>
            <a:avLst/>
            <a:gdLst/>
            <a:ahLst/>
            <a:cxnLst/>
            <a:rect l="l" t="t" r="r" b="b"/>
            <a:pathLst>
              <a:path w="611504" h="114934">
                <a:moveTo>
                  <a:pt x="25473" y="114895"/>
                </a:moveTo>
                <a:lnTo>
                  <a:pt x="25473" y="0"/>
                </a:lnTo>
              </a:path>
              <a:path w="611504" h="114934">
                <a:moveTo>
                  <a:pt x="0" y="114895"/>
                </a:moveTo>
                <a:lnTo>
                  <a:pt x="611372" y="114895"/>
                </a:lnTo>
              </a:path>
            </a:pathLst>
          </a:custGeom>
          <a:ln w="5100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53" name="object 353"/>
          <p:cNvGrpSpPr/>
          <p:nvPr/>
        </p:nvGrpSpPr>
        <p:grpSpPr>
          <a:xfrm>
            <a:off x="11323121" y="7608885"/>
            <a:ext cx="1847214" cy="855344"/>
            <a:chOff x="11323121" y="7608885"/>
            <a:chExt cx="1847214" cy="855344"/>
          </a:xfrm>
        </p:grpSpPr>
        <p:sp>
          <p:nvSpPr>
            <p:cNvPr id="354" name="object 354"/>
            <p:cNvSpPr/>
            <p:nvPr/>
          </p:nvSpPr>
          <p:spPr>
            <a:xfrm>
              <a:off x="11323121" y="7608885"/>
              <a:ext cx="1847214" cy="855344"/>
            </a:xfrm>
            <a:custGeom>
              <a:avLst/>
              <a:gdLst/>
              <a:ahLst/>
              <a:cxnLst/>
              <a:rect l="l" t="t" r="r" b="b"/>
              <a:pathLst>
                <a:path w="1847215" h="855345">
                  <a:moveTo>
                    <a:pt x="0" y="114895"/>
                  </a:moveTo>
                  <a:lnTo>
                    <a:pt x="1846853" y="114895"/>
                  </a:lnTo>
                </a:path>
                <a:path w="1847215" h="855345">
                  <a:moveTo>
                    <a:pt x="203790" y="855331"/>
                  </a:moveTo>
                  <a:lnTo>
                    <a:pt x="203790" y="0"/>
                  </a:lnTo>
                </a:path>
              </a:pathLst>
            </a:custGeom>
            <a:ln w="127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5" name="object 355"/>
            <p:cNvSpPr/>
            <p:nvPr/>
          </p:nvSpPr>
          <p:spPr>
            <a:xfrm>
              <a:off x="13144500" y="7608885"/>
              <a:ext cx="0" cy="128270"/>
            </a:xfrm>
            <a:custGeom>
              <a:avLst/>
              <a:gdLst/>
              <a:ahLst/>
              <a:cxnLst/>
              <a:rect l="l" t="t" r="r" b="b"/>
              <a:pathLst>
                <a:path w="0" h="128270">
                  <a:moveTo>
                    <a:pt x="0" y="127661"/>
                  </a:moveTo>
                  <a:lnTo>
                    <a:pt x="0" y="0"/>
                  </a:lnTo>
                </a:path>
              </a:pathLst>
            </a:custGeom>
            <a:ln w="509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6" name="object 356"/>
          <p:cNvSpPr/>
          <p:nvPr/>
        </p:nvSpPr>
        <p:spPr>
          <a:xfrm>
            <a:off x="8890369" y="7723780"/>
            <a:ext cx="127635" cy="408940"/>
          </a:xfrm>
          <a:custGeom>
            <a:avLst/>
            <a:gdLst/>
            <a:ahLst/>
            <a:cxnLst/>
            <a:rect l="l" t="t" r="r" b="b"/>
            <a:pathLst>
              <a:path w="127634" h="408940">
                <a:moveTo>
                  <a:pt x="0" y="0"/>
                </a:moveTo>
                <a:lnTo>
                  <a:pt x="127369" y="0"/>
                </a:lnTo>
                <a:lnTo>
                  <a:pt x="127369" y="408516"/>
                </a:lnTo>
                <a:lnTo>
                  <a:pt x="0" y="40851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7" name="object 357"/>
          <p:cNvSpPr/>
          <p:nvPr/>
        </p:nvSpPr>
        <p:spPr>
          <a:xfrm>
            <a:off x="13144501" y="7723780"/>
            <a:ext cx="0" cy="727710"/>
          </a:xfrm>
          <a:custGeom>
            <a:avLst/>
            <a:gdLst/>
            <a:ahLst/>
            <a:cxnLst/>
            <a:rect l="l" t="t" r="r" b="b"/>
            <a:pathLst>
              <a:path w="0" h="727709">
                <a:moveTo>
                  <a:pt x="0" y="727670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58" name="object 358"/>
          <p:cNvGrpSpPr/>
          <p:nvPr/>
        </p:nvGrpSpPr>
        <p:grpSpPr>
          <a:xfrm>
            <a:off x="8750263" y="8132297"/>
            <a:ext cx="4559935" cy="338455"/>
            <a:chOff x="8750263" y="8132297"/>
            <a:chExt cx="4559935" cy="338455"/>
          </a:xfrm>
        </p:grpSpPr>
        <p:sp>
          <p:nvSpPr>
            <p:cNvPr id="359" name="object 359"/>
            <p:cNvSpPr/>
            <p:nvPr/>
          </p:nvSpPr>
          <p:spPr>
            <a:xfrm>
              <a:off x="8750263" y="8438684"/>
              <a:ext cx="739140" cy="0"/>
            </a:xfrm>
            <a:custGeom>
              <a:avLst/>
              <a:gdLst/>
              <a:ahLst/>
              <a:cxnLst/>
              <a:rect l="l" t="t" r="r" b="b"/>
              <a:pathLst>
                <a:path w="739140" h="0">
                  <a:moveTo>
                    <a:pt x="0" y="0"/>
                  </a:moveTo>
                  <a:lnTo>
                    <a:pt x="738741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0" name="object 360"/>
            <p:cNvSpPr/>
            <p:nvPr/>
          </p:nvSpPr>
          <p:spPr>
            <a:xfrm>
              <a:off x="8954054" y="8132297"/>
              <a:ext cx="2089150" cy="319405"/>
            </a:xfrm>
            <a:custGeom>
              <a:avLst/>
              <a:gdLst/>
              <a:ahLst/>
              <a:cxnLst/>
              <a:rect l="l" t="t" r="r" b="b"/>
              <a:pathLst>
                <a:path w="2089150" h="319404">
                  <a:moveTo>
                    <a:pt x="0" y="319153"/>
                  </a:moveTo>
                  <a:lnTo>
                    <a:pt x="0" y="0"/>
                  </a:lnTo>
                </a:path>
                <a:path w="2089150" h="319404">
                  <a:moveTo>
                    <a:pt x="534950" y="306387"/>
                  </a:moveTo>
                  <a:lnTo>
                    <a:pt x="2088854" y="306387"/>
                  </a:lnTo>
                </a:path>
              </a:pathLst>
            </a:custGeom>
            <a:ln w="510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1" name="object 361"/>
            <p:cNvSpPr/>
            <p:nvPr/>
          </p:nvSpPr>
          <p:spPr>
            <a:xfrm>
              <a:off x="10342378" y="8132297"/>
              <a:ext cx="0" cy="332105"/>
            </a:xfrm>
            <a:custGeom>
              <a:avLst/>
              <a:gdLst/>
              <a:ahLst/>
              <a:cxnLst/>
              <a:rect l="l" t="t" r="r" b="b"/>
              <a:pathLst>
                <a:path w="0" h="332104">
                  <a:moveTo>
                    <a:pt x="0" y="331919"/>
                  </a:moveTo>
                  <a:lnTo>
                    <a:pt x="0" y="0"/>
                  </a:lnTo>
                </a:path>
              </a:pathLst>
            </a:custGeom>
            <a:ln w="127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2" name="object 362"/>
            <p:cNvSpPr/>
            <p:nvPr/>
          </p:nvSpPr>
          <p:spPr>
            <a:xfrm>
              <a:off x="11042909" y="8438684"/>
              <a:ext cx="280670" cy="0"/>
            </a:xfrm>
            <a:custGeom>
              <a:avLst/>
              <a:gdLst/>
              <a:ahLst/>
              <a:cxnLst/>
              <a:rect l="l" t="t" r="r" b="b"/>
              <a:pathLst>
                <a:path w="280670" h="0">
                  <a:moveTo>
                    <a:pt x="0" y="0"/>
                  </a:moveTo>
                  <a:lnTo>
                    <a:pt x="280212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3" name="object 363"/>
            <p:cNvSpPr/>
            <p:nvPr/>
          </p:nvSpPr>
          <p:spPr>
            <a:xfrm>
              <a:off x="11323121" y="8438684"/>
              <a:ext cx="1363345" cy="0"/>
            </a:xfrm>
            <a:custGeom>
              <a:avLst/>
              <a:gdLst/>
              <a:ahLst/>
              <a:cxnLst/>
              <a:rect l="l" t="t" r="r" b="b"/>
              <a:pathLst>
                <a:path w="1363345" h="0">
                  <a:moveTo>
                    <a:pt x="0" y="0"/>
                  </a:moveTo>
                  <a:lnTo>
                    <a:pt x="1362850" y="0"/>
                  </a:lnTo>
                </a:path>
              </a:pathLst>
            </a:custGeom>
            <a:ln w="638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4" name="object 364"/>
            <p:cNvSpPr/>
            <p:nvPr/>
          </p:nvSpPr>
          <p:spPr>
            <a:xfrm>
              <a:off x="11858071" y="8132297"/>
              <a:ext cx="0" cy="332105"/>
            </a:xfrm>
            <a:custGeom>
              <a:avLst/>
              <a:gdLst/>
              <a:ahLst/>
              <a:cxnLst/>
              <a:rect l="l" t="t" r="r" b="b"/>
              <a:pathLst>
                <a:path w="0" h="332104">
                  <a:moveTo>
                    <a:pt x="0" y="331919"/>
                  </a:moveTo>
                  <a:lnTo>
                    <a:pt x="0" y="0"/>
                  </a:lnTo>
                </a:path>
              </a:pathLst>
            </a:custGeom>
            <a:ln w="127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5" name="object 365"/>
            <p:cNvSpPr/>
            <p:nvPr/>
          </p:nvSpPr>
          <p:spPr>
            <a:xfrm>
              <a:off x="12685971" y="8438684"/>
              <a:ext cx="624205" cy="0"/>
            </a:xfrm>
            <a:custGeom>
              <a:avLst/>
              <a:gdLst/>
              <a:ahLst/>
              <a:cxnLst/>
              <a:rect l="l" t="t" r="r" b="b"/>
              <a:pathLst>
                <a:path w="624205" h="0">
                  <a:moveTo>
                    <a:pt x="0" y="0"/>
                  </a:moveTo>
                  <a:lnTo>
                    <a:pt x="624109" y="0"/>
                  </a:lnTo>
                </a:path>
              </a:pathLst>
            </a:custGeom>
            <a:ln w="255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6" name="object 366"/>
          <p:cNvSpPr/>
          <p:nvPr/>
        </p:nvSpPr>
        <p:spPr>
          <a:xfrm>
            <a:off x="740428" y="3697468"/>
            <a:ext cx="165735" cy="392430"/>
          </a:xfrm>
          <a:custGeom>
            <a:avLst/>
            <a:gdLst/>
            <a:ahLst/>
            <a:cxnLst/>
            <a:rect l="l" t="t" r="r" b="b"/>
            <a:pathLst>
              <a:path w="165734" h="392429">
                <a:moveTo>
                  <a:pt x="165579" y="391866"/>
                </a:moveTo>
                <a:lnTo>
                  <a:pt x="0" y="391866"/>
                </a:lnTo>
                <a:lnTo>
                  <a:pt x="0" y="0"/>
                </a:lnTo>
                <a:lnTo>
                  <a:pt x="165579" y="0"/>
                </a:lnTo>
                <a:lnTo>
                  <a:pt x="165579" y="391866"/>
                </a:lnTo>
                <a:close/>
              </a:path>
            </a:pathLst>
          </a:custGeom>
          <a:solidFill>
            <a:srgbClr val="EDEB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7" name="object 367"/>
          <p:cNvSpPr txBox="1"/>
          <p:nvPr/>
        </p:nvSpPr>
        <p:spPr>
          <a:xfrm>
            <a:off x="727728" y="3696129"/>
            <a:ext cx="174625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-75">
                <a:solidFill>
                  <a:srgbClr val="B8AFA1"/>
                </a:solidFill>
                <a:latin typeface="Arial"/>
                <a:cs typeface="Arial"/>
              </a:rPr>
              <a:t>,-</a:t>
            </a:r>
            <a:endParaRPr sz="2250">
              <a:latin typeface="Arial"/>
              <a:cs typeface="Arial"/>
            </a:endParaRPr>
          </a:p>
        </p:txBody>
      </p:sp>
      <p:sp>
        <p:nvSpPr>
          <p:cNvPr id="368" name="object 368"/>
          <p:cNvSpPr/>
          <p:nvPr/>
        </p:nvSpPr>
        <p:spPr>
          <a:xfrm>
            <a:off x="751319" y="3965557"/>
            <a:ext cx="26034" cy="392430"/>
          </a:xfrm>
          <a:custGeom>
            <a:avLst/>
            <a:gdLst/>
            <a:ahLst/>
            <a:cxnLst/>
            <a:rect l="l" t="t" r="r" b="b"/>
            <a:pathLst>
              <a:path w="26034" h="392429">
                <a:moveTo>
                  <a:pt x="25473" y="391866"/>
                </a:moveTo>
                <a:lnTo>
                  <a:pt x="0" y="391866"/>
                </a:lnTo>
                <a:lnTo>
                  <a:pt x="0" y="0"/>
                </a:lnTo>
                <a:lnTo>
                  <a:pt x="25473" y="0"/>
                </a:lnTo>
                <a:lnTo>
                  <a:pt x="25473" y="391866"/>
                </a:lnTo>
                <a:close/>
              </a:path>
            </a:pathLst>
          </a:custGeom>
          <a:solidFill>
            <a:srgbClr val="EDEB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9" name="object 369"/>
          <p:cNvSpPr txBox="1"/>
          <p:nvPr/>
        </p:nvSpPr>
        <p:spPr>
          <a:xfrm>
            <a:off x="751318" y="4004128"/>
            <a:ext cx="53975" cy="4044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150"/>
              </a:lnSpc>
            </a:pPr>
            <a:r>
              <a:rPr dirty="0" baseline="-2469" sz="3375" spc="-300">
                <a:solidFill>
                  <a:srgbClr val="C6C1B5"/>
                </a:solidFill>
                <a:latin typeface="Arial"/>
                <a:cs typeface="Arial"/>
              </a:rPr>
              <a:t>'</a:t>
            </a:r>
            <a:r>
              <a:rPr dirty="0" sz="1050" spc="-200">
                <a:solidFill>
                  <a:srgbClr val="B8AFA1"/>
                </a:solidFill>
                <a:latin typeface="Times New Roman"/>
                <a:cs typeface="Times New Roman"/>
              </a:rPr>
              <a:t>I</a:t>
            </a:r>
            <a:endParaRPr sz="1050">
              <a:latin typeface="Times New Roman"/>
              <a:cs typeface="Times New Roman"/>
            </a:endParaRPr>
          </a:p>
          <a:p>
            <a:pPr marL="9525">
              <a:lnSpc>
                <a:spcPts val="1015"/>
              </a:lnSpc>
            </a:pPr>
            <a:r>
              <a:rPr dirty="0" sz="1050" spc="-50">
                <a:solidFill>
                  <a:srgbClr val="B8AFA1"/>
                </a:solidFill>
                <a:latin typeface="Times New Roman"/>
                <a:cs typeface="Times New Roman"/>
              </a:rPr>
              <a:t>I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70" name="object 370"/>
          <p:cNvSpPr/>
          <p:nvPr/>
        </p:nvSpPr>
        <p:spPr>
          <a:xfrm>
            <a:off x="750987" y="4074898"/>
            <a:ext cx="191135" cy="583565"/>
          </a:xfrm>
          <a:custGeom>
            <a:avLst/>
            <a:gdLst/>
            <a:ahLst/>
            <a:cxnLst/>
            <a:rect l="l" t="t" r="r" b="b"/>
            <a:pathLst>
              <a:path w="191134" h="583564">
                <a:moveTo>
                  <a:pt x="191053" y="583446"/>
                </a:moveTo>
                <a:lnTo>
                  <a:pt x="0" y="583446"/>
                </a:lnTo>
                <a:lnTo>
                  <a:pt x="0" y="0"/>
                </a:lnTo>
                <a:lnTo>
                  <a:pt x="191053" y="0"/>
                </a:lnTo>
                <a:lnTo>
                  <a:pt x="191053" y="583446"/>
                </a:lnTo>
                <a:close/>
              </a:path>
            </a:pathLst>
          </a:custGeom>
          <a:solidFill>
            <a:srgbClr val="EDEB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1" name="object 371"/>
          <p:cNvSpPr txBox="1"/>
          <p:nvPr/>
        </p:nvSpPr>
        <p:spPr>
          <a:xfrm>
            <a:off x="750987" y="4132326"/>
            <a:ext cx="140970" cy="4781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720"/>
              </a:lnSpc>
            </a:pPr>
            <a:r>
              <a:rPr dirty="0" sz="3350" spc="-60">
                <a:solidFill>
                  <a:srgbClr val="B8AFA1"/>
                </a:solidFill>
                <a:latin typeface="Arial"/>
                <a:cs typeface="Arial"/>
              </a:rPr>
              <a:t>-</a:t>
            </a:r>
            <a:endParaRPr sz="3350">
              <a:latin typeface="Arial"/>
              <a:cs typeface="Arial"/>
            </a:endParaRPr>
          </a:p>
        </p:txBody>
      </p:sp>
      <p:sp>
        <p:nvSpPr>
          <p:cNvPr id="372" name="object 372"/>
          <p:cNvSpPr/>
          <p:nvPr/>
        </p:nvSpPr>
        <p:spPr>
          <a:xfrm>
            <a:off x="494198" y="4180562"/>
            <a:ext cx="89535" cy="461645"/>
          </a:xfrm>
          <a:custGeom>
            <a:avLst/>
            <a:gdLst/>
            <a:ahLst/>
            <a:cxnLst/>
            <a:rect l="l" t="t" r="r" b="b"/>
            <a:pathLst>
              <a:path w="89534" h="461645">
                <a:moveTo>
                  <a:pt x="89158" y="461532"/>
                </a:moveTo>
                <a:lnTo>
                  <a:pt x="0" y="461532"/>
                </a:lnTo>
                <a:lnTo>
                  <a:pt x="0" y="0"/>
                </a:lnTo>
                <a:lnTo>
                  <a:pt x="89158" y="0"/>
                </a:lnTo>
                <a:lnTo>
                  <a:pt x="89158" y="461532"/>
                </a:lnTo>
                <a:close/>
              </a:path>
            </a:pathLst>
          </a:custGeom>
          <a:solidFill>
            <a:srgbClr val="EDEB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3" name="object 373"/>
          <p:cNvSpPr/>
          <p:nvPr/>
        </p:nvSpPr>
        <p:spPr>
          <a:xfrm>
            <a:off x="768068" y="4233646"/>
            <a:ext cx="89535" cy="392430"/>
          </a:xfrm>
          <a:custGeom>
            <a:avLst/>
            <a:gdLst/>
            <a:ahLst/>
            <a:cxnLst/>
            <a:rect l="l" t="t" r="r" b="b"/>
            <a:pathLst>
              <a:path w="89534" h="392429">
                <a:moveTo>
                  <a:pt x="89158" y="391866"/>
                </a:moveTo>
                <a:lnTo>
                  <a:pt x="0" y="391866"/>
                </a:lnTo>
                <a:lnTo>
                  <a:pt x="0" y="0"/>
                </a:lnTo>
                <a:lnTo>
                  <a:pt x="89158" y="0"/>
                </a:lnTo>
                <a:lnTo>
                  <a:pt x="89158" y="391866"/>
                </a:lnTo>
                <a:close/>
              </a:path>
            </a:pathLst>
          </a:custGeom>
          <a:solidFill>
            <a:srgbClr val="EDEB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4" name="object 374"/>
          <p:cNvSpPr txBox="1"/>
          <p:nvPr/>
        </p:nvSpPr>
        <p:spPr>
          <a:xfrm>
            <a:off x="481498" y="4181244"/>
            <a:ext cx="372110" cy="4318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650">
                <a:solidFill>
                  <a:srgbClr val="B8AFA1"/>
                </a:solidFill>
                <a:latin typeface="Arial"/>
                <a:cs typeface="Arial"/>
              </a:rPr>
              <a:t>,.</a:t>
            </a:r>
            <a:r>
              <a:rPr dirty="0" sz="2650" spc="-65">
                <a:solidFill>
                  <a:srgbClr val="B8AFA1"/>
                </a:solidFill>
                <a:latin typeface="Arial"/>
                <a:cs typeface="Arial"/>
              </a:rPr>
              <a:t> </a:t>
            </a:r>
            <a:r>
              <a:rPr dirty="0" sz="2250" spc="-125">
                <a:solidFill>
                  <a:srgbClr val="C6C1B5"/>
                </a:solidFill>
                <a:latin typeface="Arial"/>
                <a:cs typeface="Arial"/>
              </a:rPr>
              <a:t>-</a:t>
            </a:r>
            <a:endParaRPr sz="2250">
              <a:latin typeface="Arial"/>
              <a:cs typeface="Arial"/>
            </a:endParaRPr>
          </a:p>
        </p:txBody>
      </p:sp>
      <p:sp>
        <p:nvSpPr>
          <p:cNvPr id="375" name="object 375"/>
          <p:cNvSpPr/>
          <p:nvPr/>
        </p:nvSpPr>
        <p:spPr>
          <a:xfrm>
            <a:off x="511037" y="4490484"/>
            <a:ext cx="26034" cy="339725"/>
          </a:xfrm>
          <a:custGeom>
            <a:avLst/>
            <a:gdLst/>
            <a:ahLst/>
            <a:cxnLst/>
            <a:rect l="l" t="t" r="r" b="b"/>
            <a:pathLst>
              <a:path w="26034" h="339725">
                <a:moveTo>
                  <a:pt x="25473" y="339618"/>
                </a:moveTo>
                <a:lnTo>
                  <a:pt x="0" y="339618"/>
                </a:lnTo>
                <a:lnTo>
                  <a:pt x="0" y="0"/>
                </a:lnTo>
                <a:lnTo>
                  <a:pt x="25473" y="0"/>
                </a:lnTo>
                <a:lnTo>
                  <a:pt x="25473" y="339618"/>
                </a:lnTo>
                <a:close/>
              </a:path>
            </a:pathLst>
          </a:custGeom>
          <a:solidFill>
            <a:srgbClr val="EDEB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6" name="object 376"/>
          <p:cNvSpPr txBox="1"/>
          <p:nvPr/>
        </p:nvSpPr>
        <p:spPr>
          <a:xfrm>
            <a:off x="498337" y="4487630"/>
            <a:ext cx="61594" cy="3244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50" spc="-50">
                <a:solidFill>
                  <a:srgbClr val="B8AFA1"/>
                </a:solidFill>
                <a:latin typeface="Arial"/>
                <a:cs typeface="Arial"/>
              </a:rPr>
              <a:t>'</a:t>
            </a:r>
            <a:endParaRPr sz="1950">
              <a:latin typeface="Arial"/>
              <a:cs typeface="Arial"/>
            </a:endParaRPr>
          </a:p>
        </p:txBody>
      </p:sp>
      <p:sp>
        <p:nvSpPr>
          <p:cNvPr id="377" name="object 377"/>
          <p:cNvSpPr/>
          <p:nvPr/>
        </p:nvSpPr>
        <p:spPr>
          <a:xfrm>
            <a:off x="509317" y="4527267"/>
            <a:ext cx="26034" cy="392430"/>
          </a:xfrm>
          <a:custGeom>
            <a:avLst/>
            <a:gdLst/>
            <a:ahLst/>
            <a:cxnLst/>
            <a:rect l="l" t="t" r="r" b="b"/>
            <a:pathLst>
              <a:path w="26034" h="392429">
                <a:moveTo>
                  <a:pt x="25473" y="391866"/>
                </a:moveTo>
                <a:lnTo>
                  <a:pt x="0" y="391866"/>
                </a:lnTo>
                <a:lnTo>
                  <a:pt x="0" y="0"/>
                </a:lnTo>
                <a:lnTo>
                  <a:pt x="25473" y="0"/>
                </a:lnTo>
                <a:lnTo>
                  <a:pt x="25473" y="391866"/>
                </a:lnTo>
                <a:close/>
              </a:path>
            </a:pathLst>
          </a:custGeom>
          <a:solidFill>
            <a:srgbClr val="EDEB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8" name="object 378"/>
          <p:cNvSpPr txBox="1"/>
          <p:nvPr/>
        </p:nvSpPr>
        <p:spPr>
          <a:xfrm>
            <a:off x="509317" y="4565838"/>
            <a:ext cx="41910" cy="3213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495"/>
              </a:lnSpc>
            </a:pPr>
            <a:r>
              <a:rPr dirty="0" sz="2250" spc="-145">
                <a:solidFill>
                  <a:srgbClr val="B8AFA1"/>
                </a:solidFill>
                <a:latin typeface="Arial"/>
                <a:cs typeface="Arial"/>
              </a:rPr>
              <a:t>'</a:t>
            </a:r>
            <a:endParaRPr sz="2250">
              <a:latin typeface="Arial"/>
              <a:cs typeface="Arial"/>
            </a:endParaRPr>
          </a:p>
        </p:txBody>
      </p:sp>
      <p:sp>
        <p:nvSpPr>
          <p:cNvPr id="379" name="object 379"/>
          <p:cNvSpPr/>
          <p:nvPr/>
        </p:nvSpPr>
        <p:spPr>
          <a:xfrm>
            <a:off x="509986" y="4703397"/>
            <a:ext cx="363220" cy="261620"/>
          </a:xfrm>
          <a:custGeom>
            <a:avLst/>
            <a:gdLst/>
            <a:ahLst/>
            <a:cxnLst/>
            <a:rect l="l" t="t" r="r" b="b"/>
            <a:pathLst>
              <a:path w="363219" h="261620">
                <a:moveTo>
                  <a:pt x="362938" y="261244"/>
                </a:moveTo>
                <a:lnTo>
                  <a:pt x="0" y="261244"/>
                </a:lnTo>
                <a:lnTo>
                  <a:pt x="0" y="0"/>
                </a:lnTo>
                <a:lnTo>
                  <a:pt x="362938" y="0"/>
                </a:lnTo>
                <a:lnTo>
                  <a:pt x="362938" y="261244"/>
                </a:lnTo>
                <a:close/>
              </a:path>
            </a:pathLst>
          </a:custGeom>
          <a:solidFill>
            <a:srgbClr val="EDEB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0" name="object 380"/>
          <p:cNvSpPr txBox="1"/>
          <p:nvPr/>
        </p:nvSpPr>
        <p:spPr>
          <a:xfrm>
            <a:off x="497286" y="4698272"/>
            <a:ext cx="347980" cy="25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86385" algn="l"/>
              </a:tabLst>
            </a:pPr>
            <a:r>
              <a:rPr dirty="0" sz="1500" spc="-25">
                <a:solidFill>
                  <a:srgbClr val="C6C1B5"/>
                </a:solidFill>
                <a:latin typeface="Arial"/>
                <a:cs typeface="Arial"/>
              </a:rPr>
              <a:t>l..</a:t>
            </a:r>
            <a:r>
              <a:rPr dirty="0" sz="1500">
                <a:solidFill>
                  <a:srgbClr val="C6C1B5"/>
                </a:solidFill>
                <a:latin typeface="Arial"/>
                <a:cs typeface="Arial"/>
              </a:rPr>
              <a:t>	</a:t>
            </a:r>
            <a:r>
              <a:rPr dirty="0" sz="1500" spc="-65">
                <a:solidFill>
                  <a:srgbClr val="C6C1B5"/>
                </a:solidFill>
                <a:latin typeface="Arial"/>
                <a:cs typeface="Arial"/>
              </a:rPr>
              <a:t>-</a:t>
            </a:r>
            <a:endParaRPr sz="1500">
              <a:latin typeface="Arial"/>
              <a:cs typeface="Arial"/>
            </a:endParaRPr>
          </a:p>
        </p:txBody>
      </p:sp>
      <p:sp>
        <p:nvSpPr>
          <p:cNvPr id="381" name="object 381"/>
          <p:cNvSpPr txBox="1"/>
          <p:nvPr/>
        </p:nvSpPr>
        <p:spPr>
          <a:xfrm>
            <a:off x="4991055" y="1634397"/>
            <a:ext cx="38227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68935" algn="l"/>
              </a:tabLst>
            </a:pPr>
            <a:r>
              <a:rPr dirty="0" u="heavy" sz="1000" spc="-50">
                <a:solidFill>
                  <a:srgbClr val="8E8E80"/>
                </a:solidFill>
                <a:uFill>
                  <a:solidFill>
                    <a:srgbClr val="8E8E80"/>
                  </a:solidFill>
                </a:uFill>
                <a:latin typeface="Arial"/>
                <a:cs typeface="Arial"/>
              </a:rPr>
              <a:t>�</a:t>
            </a:r>
            <a:r>
              <a:rPr dirty="0" u="heavy" sz="1000">
                <a:solidFill>
                  <a:srgbClr val="8E8E80"/>
                </a:solidFill>
                <a:uFill>
                  <a:solidFill>
                    <a:srgbClr val="8E8E80"/>
                  </a:solidFill>
                </a:uFill>
                <a:latin typeface="Arial"/>
                <a:cs typeface="Arial"/>
              </a:rPr>
              <a:t>	</a:t>
            </a:r>
            <a:endParaRPr sz="1000">
              <a:latin typeface="Arial"/>
              <a:cs typeface="Arial"/>
            </a:endParaRPr>
          </a:p>
        </p:txBody>
      </p:sp>
      <p:sp>
        <p:nvSpPr>
          <p:cNvPr id="382" name="object 382"/>
          <p:cNvSpPr txBox="1"/>
          <p:nvPr/>
        </p:nvSpPr>
        <p:spPr>
          <a:xfrm>
            <a:off x="8863830" y="1551417"/>
            <a:ext cx="879475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39700" indent="-127000">
              <a:lnSpc>
                <a:spcPct val="100000"/>
              </a:lnSpc>
              <a:spcBef>
                <a:spcPts val="110"/>
              </a:spcBef>
              <a:buSzPct val="95121"/>
              <a:buChar char="•"/>
              <a:tabLst>
                <a:tab pos="139700" algn="l"/>
              </a:tabLst>
            </a:pPr>
            <a:r>
              <a:rPr dirty="0" sz="2050">
                <a:solidFill>
                  <a:srgbClr val="A89E8C"/>
                </a:solidFill>
                <a:latin typeface="Arial"/>
                <a:cs typeface="Arial"/>
              </a:rPr>
              <a:t>​</a:t>
            </a:r>
            <a:r>
              <a:rPr dirty="0" sz="2050" spc="235">
                <a:solidFill>
                  <a:srgbClr val="A89E8C"/>
                </a:solidFill>
                <a:latin typeface="Arial"/>
                <a:cs typeface="Arial"/>
              </a:rPr>
              <a:t>'</a:t>
            </a:r>
            <a:r>
              <a:rPr dirty="0" sz="2050" spc="235">
                <a:solidFill>
                  <a:srgbClr val="807E6E"/>
                </a:solidFill>
                <a:latin typeface="Arial"/>
                <a:cs typeface="Arial"/>
              </a:rPr>
              <a:t>l;</a:t>
            </a:r>
            <a:r>
              <a:rPr dirty="0" sz="2050" spc="235">
                <a:solidFill>
                  <a:srgbClr val="5D4F41"/>
                </a:solidFill>
                <a:latin typeface="Arial"/>
                <a:cs typeface="Arial"/>
              </a:rPr>
              <a:t>L</a:t>
            </a:r>
            <a:r>
              <a:rPr dirty="0" sz="2050" spc="235">
                <a:solidFill>
                  <a:srgbClr val="8E8E80"/>
                </a:solidFill>
                <a:latin typeface="Arial"/>
                <a:cs typeface="Arial"/>
              </a:rPr>
              <a:t>�</a:t>
            </a:r>
            <a:endParaRPr sz="2050">
              <a:latin typeface="Arial"/>
              <a:cs typeface="Arial"/>
            </a:endParaRPr>
          </a:p>
        </p:txBody>
      </p:sp>
      <p:sp>
        <p:nvSpPr>
          <p:cNvPr id="383" name="object 383"/>
          <p:cNvSpPr txBox="1"/>
          <p:nvPr/>
        </p:nvSpPr>
        <p:spPr>
          <a:xfrm>
            <a:off x="5542188" y="1493971"/>
            <a:ext cx="516890" cy="6229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900" spc="-640">
                <a:solidFill>
                  <a:srgbClr val="807E6E"/>
                </a:solidFill>
                <a:latin typeface="Arial"/>
                <a:cs typeface="Arial"/>
              </a:rPr>
              <a:t>�</a:t>
            </a:r>
            <a:r>
              <a:rPr dirty="0" sz="3900" spc="-640">
                <a:solidFill>
                  <a:srgbClr val="A89E8C"/>
                </a:solidFill>
                <a:latin typeface="Arial"/>
                <a:cs typeface="Arial"/>
              </a:rPr>
              <a:t>-</a:t>
            </a:r>
            <a:endParaRPr sz="3900">
              <a:latin typeface="Arial"/>
              <a:cs typeface="Arial"/>
            </a:endParaRPr>
          </a:p>
        </p:txBody>
      </p:sp>
      <p:sp>
        <p:nvSpPr>
          <p:cNvPr id="384" name="object 384"/>
          <p:cNvSpPr txBox="1"/>
          <p:nvPr/>
        </p:nvSpPr>
        <p:spPr>
          <a:xfrm>
            <a:off x="7384469" y="1513119"/>
            <a:ext cx="67310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-50">
                <a:solidFill>
                  <a:srgbClr val="8E8E80"/>
                </a:solidFill>
                <a:latin typeface="Arial"/>
                <a:cs typeface="Arial"/>
              </a:rPr>
              <a:t>a</a:t>
            </a:r>
            <a:endParaRPr sz="650">
              <a:latin typeface="Arial"/>
              <a:cs typeface="Arial"/>
            </a:endParaRPr>
          </a:p>
        </p:txBody>
      </p:sp>
      <p:sp>
        <p:nvSpPr>
          <p:cNvPr id="385" name="object 385"/>
          <p:cNvSpPr txBox="1"/>
          <p:nvPr/>
        </p:nvSpPr>
        <p:spPr>
          <a:xfrm>
            <a:off x="11727173" y="1449288"/>
            <a:ext cx="45085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-330">
                <a:solidFill>
                  <a:srgbClr val="A89E8C"/>
                </a:solidFill>
                <a:latin typeface="Arial"/>
                <a:cs typeface="Arial"/>
              </a:rPr>
              <a:t>'</a:t>
            </a:r>
            <a:endParaRPr sz="2250">
              <a:latin typeface="Arial"/>
              <a:cs typeface="Arial"/>
            </a:endParaRPr>
          </a:p>
        </p:txBody>
      </p:sp>
      <p:sp>
        <p:nvSpPr>
          <p:cNvPr id="386" name="object 386"/>
          <p:cNvSpPr txBox="1"/>
          <p:nvPr/>
        </p:nvSpPr>
        <p:spPr>
          <a:xfrm>
            <a:off x="12018694" y="1583332"/>
            <a:ext cx="43815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325">
                <a:solidFill>
                  <a:srgbClr val="A89E8C"/>
                </a:solidFill>
                <a:latin typeface="Arial"/>
                <a:cs typeface="Arial"/>
              </a:rPr>
              <a:t>&lt;</a:t>
            </a:r>
            <a:endParaRPr sz="700">
              <a:latin typeface="Arial"/>
              <a:cs typeface="Arial"/>
            </a:endParaRPr>
          </a:p>
        </p:txBody>
      </p:sp>
      <p:sp>
        <p:nvSpPr>
          <p:cNvPr id="387" name="object 387"/>
          <p:cNvSpPr txBox="1"/>
          <p:nvPr/>
        </p:nvSpPr>
        <p:spPr>
          <a:xfrm>
            <a:off x="12288399" y="1583332"/>
            <a:ext cx="36195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700" spc="-50">
                <a:solidFill>
                  <a:srgbClr val="A89E8C"/>
                </a:solidFill>
                <a:latin typeface="Arial"/>
                <a:cs typeface="Arial"/>
              </a:rPr>
              <a:t>-</a:t>
            </a:r>
            <a:endParaRPr sz="700">
              <a:latin typeface="Arial"/>
              <a:cs typeface="Arial"/>
            </a:endParaRPr>
          </a:p>
        </p:txBody>
      </p:sp>
      <p:sp>
        <p:nvSpPr>
          <p:cNvPr id="388" name="object 388"/>
          <p:cNvSpPr/>
          <p:nvPr/>
        </p:nvSpPr>
        <p:spPr>
          <a:xfrm>
            <a:off x="7628215" y="1374030"/>
            <a:ext cx="178435" cy="392430"/>
          </a:xfrm>
          <a:custGeom>
            <a:avLst/>
            <a:gdLst/>
            <a:ahLst/>
            <a:cxnLst/>
            <a:rect l="l" t="t" r="r" b="b"/>
            <a:pathLst>
              <a:path w="178434" h="392430">
                <a:moveTo>
                  <a:pt x="178316" y="391866"/>
                </a:moveTo>
                <a:lnTo>
                  <a:pt x="0" y="391866"/>
                </a:lnTo>
                <a:lnTo>
                  <a:pt x="0" y="0"/>
                </a:lnTo>
                <a:lnTo>
                  <a:pt x="178316" y="0"/>
                </a:lnTo>
                <a:lnTo>
                  <a:pt x="178316" y="391866"/>
                </a:lnTo>
                <a:close/>
              </a:path>
            </a:pathLst>
          </a:custGeom>
          <a:solidFill>
            <a:srgbClr val="DBD1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9" name="object 389"/>
          <p:cNvSpPr/>
          <p:nvPr/>
        </p:nvSpPr>
        <p:spPr>
          <a:xfrm>
            <a:off x="7888006" y="1399562"/>
            <a:ext cx="102235" cy="392430"/>
          </a:xfrm>
          <a:custGeom>
            <a:avLst/>
            <a:gdLst/>
            <a:ahLst/>
            <a:cxnLst/>
            <a:rect l="l" t="t" r="r" b="b"/>
            <a:pathLst>
              <a:path w="102234" h="392430">
                <a:moveTo>
                  <a:pt x="101895" y="391866"/>
                </a:moveTo>
                <a:lnTo>
                  <a:pt x="0" y="391866"/>
                </a:lnTo>
                <a:lnTo>
                  <a:pt x="0" y="0"/>
                </a:lnTo>
                <a:lnTo>
                  <a:pt x="101895" y="0"/>
                </a:lnTo>
                <a:lnTo>
                  <a:pt x="101895" y="391866"/>
                </a:lnTo>
                <a:close/>
              </a:path>
            </a:pathLst>
          </a:custGeom>
          <a:solidFill>
            <a:srgbClr val="DBD1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0" name="object 390"/>
          <p:cNvSpPr txBox="1"/>
          <p:nvPr/>
        </p:nvSpPr>
        <p:spPr>
          <a:xfrm>
            <a:off x="7541981" y="1372691"/>
            <a:ext cx="447040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-114">
                <a:solidFill>
                  <a:srgbClr val="5D4F41"/>
                </a:solidFill>
                <a:latin typeface="Arial"/>
                <a:cs typeface="Arial"/>
              </a:rPr>
              <a:t>,</a:t>
            </a:r>
            <a:r>
              <a:rPr dirty="0" sz="2250" spc="-114">
                <a:solidFill>
                  <a:srgbClr val="B8AFA1"/>
                </a:solidFill>
                <a:latin typeface="Arial"/>
                <a:cs typeface="Arial"/>
              </a:rPr>
              <a:t>�</a:t>
            </a:r>
            <a:r>
              <a:rPr dirty="0" sz="2250" spc="-140">
                <a:solidFill>
                  <a:srgbClr val="B8AFA1"/>
                </a:solidFill>
                <a:latin typeface="Arial"/>
                <a:cs typeface="Arial"/>
              </a:rPr>
              <a:t> </a:t>
            </a:r>
            <a:r>
              <a:rPr dirty="0" baseline="-4938" sz="3375" spc="-862">
                <a:solidFill>
                  <a:srgbClr val="C6C1B5"/>
                </a:solidFill>
                <a:latin typeface="Arial"/>
                <a:cs typeface="Arial"/>
              </a:rPr>
              <a:t>-</a:t>
            </a:r>
            <a:endParaRPr baseline="-4938" sz="3375">
              <a:latin typeface="Arial"/>
              <a:cs typeface="Arial"/>
            </a:endParaRPr>
          </a:p>
        </p:txBody>
      </p:sp>
      <p:sp>
        <p:nvSpPr>
          <p:cNvPr id="391" name="object 391"/>
          <p:cNvSpPr txBox="1"/>
          <p:nvPr/>
        </p:nvSpPr>
        <p:spPr>
          <a:xfrm>
            <a:off x="10518878" y="1098219"/>
            <a:ext cx="810260" cy="96011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517525" algn="l"/>
              </a:tabLst>
            </a:pPr>
            <a:r>
              <a:rPr dirty="0" sz="1000" spc="-50">
                <a:solidFill>
                  <a:srgbClr val="8C725B"/>
                </a:solidFill>
                <a:latin typeface="Arial"/>
                <a:cs typeface="Arial"/>
              </a:rPr>
              <a:t>�</a:t>
            </a:r>
            <a:r>
              <a:rPr dirty="0" sz="1000">
                <a:solidFill>
                  <a:srgbClr val="8C725B"/>
                </a:solidFill>
                <a:latin typeface="Arial"/>
                <a:cs typeface="Arial"/>
              </a:rPr>
              <a:t>	</a:t>
            </a:r>
            <a:r>
              <a:rPr dirty="0" sz="6100" spc="90">
                <a:solidFill>
                  <a:srgbClr val="807E6E"/>
                </a:solidFill>
                <a:latin typeface="Times New Roman"/>
                <a:cs typeface="Times New Roman"/>
              </a:rPr>
              <a:t>-</a:t>
            </a:r>
            <a:endParaRPr sz="6100">
              <a:latin typeface="Times New Roman"/>
              <a:cs typeface="Times New Roman"/>
            </a:endParaRPr>
          </a:p>
        </p:txBody>
      </p:sp>
      <p:sp>
        <p:nvSpPr>
          <p:cNvPr id="392" name="object 392"/>
          <p:cNvSpPr txBox="1"/>
          <p:nvPr/>
        </p:nvSpPr>
        <p:spPr>
          <a:xfrm>
            <a:off x="13033171" y="1723760"/>
            <a:ext cx="5651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50">
                <a:solidFill>
                  <a:srgbClr val="A89E8C"/>
                </a:solidFill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393" name="object 393"/>
          <p:cNvSpPr txBox="1"/>
          <p:nvPr/>
        </p:nvSpPr>
        <p:spPr>
          <a:xfrm>
            <a:off x="4525496" y="1576949"/>
            <a:ext cx="360680" cy="61277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55244">
              <a:lnSpc>
                <a:spcPts val="2005"/>
              </a:lnSpc>
              <a:spcBef>
                <a:spcPts val="110"/>
              </a:spcBef>
            </a:pPr>
            <a:r>
              <a:rPr dirty="0" u="heavy" sz="1750" spc="10" i="1">
                <a:solidFill>
                  <a:srgbClr val="8E8E80"/>
                </a:solidFill>
                <a:uFill>
                  <a:solidFill>
                    <a:srgbClr val="8E8E80"/>
                  </a:solidFill>
                </a:uFill>
                <a:latin typeface="Times New Roman"/>
                <a:cs typeface="Times New Roman"/>
              </a:rPr>
              <a:t>r</a:t>
            </a:r>
            <a:r>
              <a:rPr dirty="0" u="heavy" sz="1750" spc="500" i="1">
                <a:solidFill>
                  <a:srgbClr val="8E8E80"/>
                </a:solidFill>
                <a:uFill>
                  <a:solidFill>
                    <a:srgbClr val="8E8E80"/>
                  </a:solidFill>
                </a:uFill>
                <a:latin typeface="Times New Roman"/>
                <a:cs typeface="Times New Roman"/>
              </a:rPr>
              <a:t> </a:t>
            </a: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ts val="2605"/>
              </a:lnSpc>
            </a:pPr>
            <a:r>
              <a:rPr dirty="0" sz="2250" spc="60">
                <a:solidFill>
                  <a:srgbClr val="8E8E80"/>
                </a:solidFill>
                <a:latin typeface="Arial"/>
                <a:cs typeface="Arial"/>
              </a:rPr>
              <a:t>-</a:t>
            </a:r>
            <a:r>
              <a:rPr dirty="0" sz="2250" spc="-430">
                <a:solidFill>
                  <a:srgbClr val="8E8E80"/>
                </a:solidFill>
                <a:latin typeface="Arial"/>
                <a:cs typeface="Arial"/>
              </a:rPr>
              <a:t>�</a:t>
            </a:r>
            <a:endParaRPr sz="2250">
              <a:latin typeface="Arial"/>
              <a:cs typeface="Arial"/>
            </a:endParaRPr>
          </a:p>
        </p:txBody>
      </p:sp>
      <p:sp>
        <p:nvSpPr>
          <p:cNvPr id="394" name="object 394"/>
          <p:cNvSpPr txBox="1"/>
          <p:nvPr/>
        </p:nvSpPr>
        <p:spPr>
          <a:xfrm>
            <a:off x="5588767" y="1934402"/>
            <a:ext cx="15684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5">
                <a:solidFill>
                  <a:srgbClr val="8E8E80"/>
                </a:solidFill>
                <a:latin typeface="Times New Roman"/>
                <a:cs typeface="Times New Roman"/>
              </a:rPr>
              <a:t>11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95" name="object 395"/>
          <p:cNvSpPr/>
          <p:nvPr/>
        </p:nvSpPr>
        <p:spPr>
          <a:xfrm>
            <a:off x="6347049" y="1562564"/>
            <a:ext cx="203835" cy="704850"/>
          </a:xfrm>
          <a:custGeom>
            <a:avLst/>
            <a:gdLst/>
            <a:ahLst/>
            <a:cxnLst/>
            <a:rect l="l" t="t" r="r" b="b"/>
            <a:pathLst>
              <a:path w="203834" h="704850">
                <a:moveTo>
                  <a:pt x="203790" y="704612"/>
                </a:moveTo>
                <a:lnTo>
                  <a:pt x="0" y="704612"/>
                </a:lnTo>
                <a:lnTo>
                  <a:pt x="0" y="0"/>
                </a:lnTo>
                <a:lnTo>
                  <a:pt x="203790" y="0"/>
                </a:lnTo>
                <a:lnTo>
                  <a:pt x="203790" y="704612"/>
                </a:lnTo>
                <a:close/>
              </a:path>
            </a:pathLst>
          </a:custGeom>
          <a:solidFill>
            <a:srgbClr val="DBD1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6" name="object 396"/>
          <p:cNvSpPr txBox="1"/>
          <p:nvPr/>
        </p:nvSpPr>
        <p:spPr>
          <a:xfrm>
            <a:off x="7049361" y="1787591"/>
            <a:ext cx="383540" cy="11283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200" spc="-2445">
                <a:solidFill>
                  <a:srgbClr val="A89E8C"/>
                </a:solidFill>
                <a:latin typeface="Arial"/>
                <a:cs typeface="Arial"/>
              </a:rPr>
              <a:t>D</a:t>
            </a:r>
            <a:endParaRPr sz="7200">
              <a:latin typeface="Arial"/>
              <a:cs typeface="Arial"/>
            </a:endParaRPr>
          </a:p>
        </p:txBody>
      </p:sp>
      <p:sp>
        <p:nvSpPr>
          <p:cNvPr id="397" name="object 397"/>
          <p:cNvSpPr/>
          <p:nvPr/>
        </p:nvSpPr>
        <p:spPr>
          <a:xfrm>
            <a:off x="8944285" y="1994955"/>
            <a:ext cx="38735" cy="331470"/>
          </a:xfrm>
          <a:custGeom>
            <a:avLst/>
            <a:gdLst/>
            <a:ahLst/>
            <a:cxnLst/>
            <a:rect l="l" t="t" r="r" b="b"/>
            <a:pathLst>
              <a:path w="38734" h="331469">
                <a:moveTo>
                  <a:pt x="38210" y="330909"/>
                </a:moveTo>
                <a:lnTo>
                  <a:pt x="0" y="330909"/>
                </a:lnTo>
                <a:lnTo>
                  <a:pt x="0" y="0"/>
                </a:lnTo>
                <a:lnTo>
                  <a:pt x="38210" y="0"/>
                </a:lnTo>
                <a:lnTo>
                  <a:pt x="38210" y="330909"/>
                </a:lnTo>
                <a:close/>
              </a:path>
            </a:pathLst>
          </a:custGeom>
          <a:solidFill>
            <a:srgbClr val="DBD1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8" name="object 398"/>
          <p:cNvSpPr txBox="1"/>
          <p:nvPr/>
        </p:nvSpPr>
        <p:spPr>
          <a:xfrm>
            <a:off x="8931585" y="1991849"/>
            <a:ext cx="62230" cy="3168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00" spc="-185">
                <a:solidFill>
                  <a:srgbClr val="B8AFA1"/>
                </a:solidFill>
                <a:latin typeface="Arial"/>
                <a:cs typeface="Arial"/>
              </a:rPr>
              <a:t>I</a:t>
            </a:r>
            <a:endParaRPr sz="1900">
              <a:latin typeface="Arial"/>
              <a:cs typeface="Arial"/>
            </a:endParaRPr>
          </a:p>
        </p:txBody>
      </p:sp>
      <p:sp>
        <p:nvSpPr>
          <p:cNvPr id="399" name="object 399"/>
          <p:cNvSpPr txBox="1"/>
          <p:nvPr/>
        </p:nvSpPr>
        <p:spPr>
          <a:xfrm>
            <a:off x="9516604" y="1953551"/>
            <a:ext cx="149225" cy="3168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00" spc="-445" i="1">
                <a:solidFill>
                  <a:srgbClr val="8C725B"/>
                </a:solidFill>
                <a:latin typeface="Arial"/>
                <a:cs typeface="Arial"/>
              </a:rPr>
              <a:t>KI</a:t>
            </a:r>
            <a:endParaRPr sz="1900">
              <a:latin typeface="Arial"/>
              <a:cs typeface="Arial"/>
            </a:endParaRPr>
          </a:p>
        </p:txBody>
      </p:sp>
      <p:sp>
        <p:nvSpPr>
          <p:cNvPr id="400" name="object 400"/>
          <p:cNvSpPr txBox="1"/>
          <p:nvPr/>
        </p:nvSpPr>
        <p:spPr>
          <a:xfrm>
            <a:off x="4253581" y="2068446"/>
            <a:ext cx="109855" cy="3625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00" spc="-315">
                <a:solidFill>
                  <a:srgbClr val="706959"/>
                </a:solidFill>
                <a:latin typeface="Arial"/>
                <a:cs typeface="Arial"/>
              </a:rPr>
              <a:t>II</a:t>
            </a:r>
            <a:endParaRPr sz="2200">
              <a:latin typeface="Arial"/>
              <a:cs typeface="Arial"/>
            </a:endParaRPr>
          </a:p>
        </p:txBody>
      </p:sp>
      <p:sp>
        <p:nvSpPr>
          <p:cNvPr id="401" name="object 401"/>
          <p:cNvSpPr/>
          <p:nvPr/>
        </p:nvSpPr>
        <p:spPr>
          <a:xfrm>
            <a:off x="5873401" y="1901048"/>
            <a:ext cx="140335" cy="487680"/>
          </a:xfrm>
          <a:custGeom>
            <a:avLst/>
            <a:gdLst/>
            <a:ahLst/>
            <a:cxnLst/>
            <a:rect l="l" t="t" r="r" b="b"/>
            <a:pathLst>
              <a:path w="140335" h="487680">
                <a:moveTo>
                  <a:pt x="140106" y="487656"/>
                </a:moveTo>
                <a:lnTo>
                  <a:pt x="0" y="487656"/>
                </a:lnTo>
                <a:lnTo>
                  <a:pt x="0" y="0"/>
                </a:lnTo>
                <a:lnTo>
                  <a:pt x="140106" y="0"/>
                </a:lnTo>
                <a:lnTo>
                  <a:pt x="140106" y="487656"/>
                </a:lnTo>
                <a:close/>
              </a:path>
            </a:pathLst>
          </a:custGeom>
          <a:solidFill>
            <a:srgbClr val="DBD1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2" name="object 402"/>
          <p:cNvSpPr txBox="1"/>
          <p:nvPr/>
        </p:nvSpPr>
        <p:spPr>
          <a:xfrm>
            <a:off x="5860700" y="1902486"/>
            <a:ext cx="89535" cy="454659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800" spc="-495">
                <a:solidFill>
                  <a:srgbClr val="B8AFA1"/>
                </a:solidFill>
                <a:latin typeface="Arial"/>
                <a:cs typeface="Arial"/>
              </a:rPr>
              <a:t>-</a:t>
            </a:r>
            <a:endParaRPr sz="2800">
              <a:latin typeface="Arial"/>
              <a:cs typeface="Arial"/>
            </a:endParaRPr>
          </a:p>
        </p:txBody>
      </p:sp>
      <p:sp>
        <p:nvSpPr>
          <p:cNvPr id="403" name="object 403"/>
          <p:cNvSpPr txBox="1"/>
          <p:nvPr/>
        </p:nvSpPr>
        <p:spPr>
          <a:xfrm>
            <a:off x="11146324" y="2125893"/>
            <a:ext cx="43815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75">
                <a:solidFill>
                  <a:srgbClr val="A89E8C"/>
                </a:solidFill>
                <a:latin typeface="Arial"/>
                <a:cs typeface="Arial"/>
              </a:rPr>
              <a:t>I</a:t>
            </a:r>
            <a:endParaRPr sz="950">
              <a:latin typeface="Arial"/>
              <a:cs typeface="Arial"/>
            </a:endParaRPr>
          </a:p>
        </p:txBody>
      </p:sp>
      <p:sp>
        <p:nvSpPr>
          <p:cNvPr id="404" name="object 404"/>
          <p:cNvSpPr txBox="1"/>
          <p:nvPr/>
        </p:nvSpPr>
        <p:spPr>
          <a:xfrm>
            <a:off x="4754482" y="2151425"/>
            <a:ext cx="669925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575945" algn="l"/>
              </a:tabLst>
            </a:pPr>
            <a:r>
              <a:rPr dirty="0" sz="2050" spc="-490">
                <a:solidFill>
                  <a:srgbClr val="A89E8C"/>
                </a:solidFill>
                <a:latin typeface="Times New Roman"/>
                <a:cs typeface="Times New Roman"/>
              </a:rPr>
              <a:t>I</a:t>
            </a:r>
            <a:r>
              <a:rPr dirty="0" sz="2050">
                <a:solidFill>
                  <a:srgbClr val="A89E8C"/>
                </a:solidFill>
                <a:latin typeface="Times New Roman"/>
                <a:cs typeface="Times New Roman"/>
              </a:rPr>
              <a:t>	</a:t>
            </a:r>
            <a:r>
              <a:rPr dirty="0" sz="2050" spc="-380">
                <a:solidFill>
                  <a:srgbClr val="A89E8C"/>
                </a:solidFill>
                <a:latin typeface="Times New Roman"/>
                <a:cs typeface="Times New Roman"/>
              </a:rPr>
              <a:t>.-</a:t>
            </a:r>
            <a:r>
              <a:rPr dirty="0" sz="2050" spc="-375">
                <a:solidFill>
                  <a:srgbClr val="A89E8C"/>
                </a:solidFill>
                <a:latin typeface="Times New Roman"/>
                <a:cs typeface="Times New Roman"/>
              </a:rPr>
              <a:t>.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405" name="object 405"/>
          <p:cNvSpPr txBox="1"/>
          <p:nvPr/>
        </p:nvSpPr>
        <p:spPr>
          <a:xfrm>
            <a:off x="6308948" y="1621631"/>
            <a:ext cx="575945" cy="11283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baseline="47425" sz="6150" spc="-1139">
                <a:solidFill>
                  <a:srgbClr val="C6C1B5"/>
                </a:solidFill>
                <a:latin typeface="Times New Roman"/>
                <a:cs typeface="Times New Roman"/>
              </a:rPr>
              <a:t>-</a:t>
            </a:r>
            <a:r>
              <a:rPr dirty="0" sz="7200" spc="-370">
                <a:solidFill>
                  <a:srgbClr val="2B6EA1"/>
                </a:solidFill>
                <a:latin typeface="Arial"/>
                <a:cs typeface="Arial"/>
              </a:rPr>
              <a:t>..</a:t>
            </a:r>
            <a:endParaRPr sz="7200">
              <a:latin typeface="Arial"/>
              <a:cs typeface="Arial"/>
            </a:endParaRPr>
          </a:p>
        </p:txBody>
      </p:sp>
      <p:sp>
        <p:nvSpPr>
          <p:cNvPr id="406" name="object 406"/>
          <p:cNvSpPr/>
          <p:nvPr/>
        </p:nvSpPr>
        <p:spPr>
          <a:xfrm>
            <a:off x="8337905" y="2226765"/>
            <a:ext cx="38735" cy="257810"/>
          </a:xfrm>
          <a:custGeom>
            <a:avLst/>
            <a:gdLst/>
            <a:ahLst/>
            <a:cxnLst/>
            <a:rect l="l" t="t" r="r" b="b"/>
            <a:pathLst>
              <a:path w="38734" h="257810">
                <a:moveTo>
                  <a:pt x="38210" y="257785"/>
                </a:moveTo>
                <a:lnTo>
                  <a:pt x="0" y="257785"/>
                </a:lnTo>
                <a:lnTo>
                  <a:pt x="0" y="0"/>
                </a:lnTo>
                <a:lnTo>
                  <a:pt x="38210" y="0"/>
                </a:lnTo>
                <a:lnTo>
                  <a:pt x="38210" y="257785"/>
                </a:lnTo>
                <a:close/>
              </a:path>
            </a:pathLst>
          </a:custGeom>
          <a:solidFill>
            <a:srgbClr val="DBD1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7" name="object 407"/>
          <p:cNvSpPr/>
          <p:nvPr/>
        </p:nvSpPr>
        <p:spPr>
          <a:xfrm>
            <a:off x="8633561" y="2259943"/>
            <a:ext cx="26034" cy="217804"/>
          </a:xfrm>
          <a:custGeom>
            <a:avLst/>
            <a:gdLst/>
            <a:ahLst/>
            <a:cxnLst/>
            <a:rect l="l" t="t" r="r" b="b"/>
            <a:pathLst>
              <a:path w="26034" h="217805">
                <a:moveTo>
                  <a:pt x="25473" y="217703"/>
                </a:moveTo>
                <a:lnTo>
                  <a:pt x="0" y="217703"/>
                </a:lnTo>
                <a:lnTo>
                  <a:pt x="0" y="0"/>
                </a:lnTo>
                <a:lnTo>
                  <a:pt x="25473" y="0"/>
                </a:lnTo>
                <a:lnTo>
                  <a:pt x="25473" y="217703"/>
                </a:lnTo>
                <a:close/>
              </a:path>
            </a:pathLst>
          </a:custGeom>
          <a:solidFill>
            <a:srgbClr val="EDEB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8" name="object 408"/>
          <p:cNvSpPr txBox="1"/>
          <p:nvPr/>
        </p:nvSpPr>
        <p:spPr>
          <a:xfrm>
            <a:off x="8325205" y="2221639"/>
            <a:ext cx="361950" cy="25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07975" algn="l"/>
              </a:tabLst>
            </a:pPr>
            <a:r>
              <a:rPr dirty="0" sz="1500" spc="-50">
                <a:solidFill>
                  <a:srgbClr val="B8AFA1"/>
                </a:solidFill>
                <a:latin typeface="Times New Roman"/>
                <a:cs typeface="Times New Roman"/>
              </a:rPr>
              <a:t>I</a:t>
            </a:r>
            <a:r>
              <a:rPr dirty="0" sz="1500">
                <a:solidFill>
                  <a:srgbClr val="B8AFA1"/>
                </a:solidFill>
                <a:latin typeface="Times New Roman"/>
                <a:cs typeface="Times New Roman"/>
              </a:rPr>
              <a:t>	</a:t>
            </a:r>
            <a:r>
              <a:rPr dirty="0" sz="1250" spc="-50">
                <a:solidFill>
                  <a:srgbClr val="C6C1B5"/>
                </a:solidFill>
                <a:latin typeface="Arial"/>
                <a:cs typeface="Arial"/>
              </a:rPr>
              <a:t>I</a:t>
            </a:r>
            <a:endParaRPr sz="1250">
              <a:latin typeface="Arial"/>
              <a:cs typeface="Arial"/>
            </a:endParaRPr>
          </a:p>
        </p:txBody>
      </p:sp>
      <p:sp>
        <p:nvSpPr>
          <p:cNvPr id="409" name="object 409"/>
          <p:cNvSpPr/>
          <p:nvPr/>
        </p:nvSpPr>
        <p:spPr>
          <a:xfrm>
            <a:off x="12345641" y="2071540"/>
            <a:ext cx="51435" cy="411480"/>
          </a:xfrm>
          <a:custGeom>
            <a:avLst/>
            <a:gdLst/>
            <a:ahLst/>
            <a:cxnLst/>
            <a:rect l="l" t="t" r="r" b="b"/>
            <a:pathLst>
              <a:path w="51434" h="411480">
                <a:moveTo>
                  <a:pt x="50947" y="411362"/>
                </a:moveTo>
                <a:lnTo>
                  <a:pt x="0" y="411362"/>
                </a:lnTo>
                <a:lnTo>
                  <a:pt x="0" y="0"/>
                </a:lnTo>
                <a:lnTo>
                  <a:pt x="50947" y="0"/>
                </a:lnTo>
                <a:lnTo>
                  <a:pt x="50947" y="411362"/>
                </a:lnTo>
                <a:close/>
              </a:path>
            </a:pathLst>
          </a:custGeom>
          <a:solidFill>
            <a:srgbClr val="DBD1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0" name="object 410"/>
          <p:cNvSpPr txBox="1"/>
          <p:nvPr/>
        </p:nvSpPr>
        <p:spPr>
          <a:xfrm>
            <a:off x="11998214" y="2074829"/>
            <a:ext cx="435609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b="1">
                <a:solidFill>
                  <a:srgbClr val="807E6E"/>
                </a:solidFill>
                <a:latin typeface="Arial"/>
                <a:cs typeface="Arial"/>
              </a:rPr>
              <a:t>V</a:t>
            </a:r>
            <a:r>
              <a:rPr dirty="0" sz="2250" b="1">
                <a:solidFill>
                  <a:srgbClr val="A89E8C"/>
                </a:solidFill>
                <a:latin typeface="Arial"/>
                <a:cs typeface="Arial"/>
              </a:rPr>
              <a:t>'</a:t>
            </a:r>
            <a:r>
              <a:rPr dirty="0" sz="2250" spc="-45" b="1">
                <a:solidFill>
                  <a:srgbClr val="A89E8C"/>
                </a:solidFill>
                <a:latin typeface="Arial"/>
                <a:cs typeface="Arial"/>
              </a:rPr>
              <a:t> </a:t>
            </a:r>
            <a:r>
              <a:rPr dirty="0" sz="2250" spc="-135" b="1">
                <a:solidFill>
                  <a:srgbClr val="B8AFA1"/>
                </a:solidFill>
                <a:latin typeface="Arial"/>
                <a:cs typeface="Arial"/>
              </a:rPr>
              <a:t>•</a:t>
            </a:r>
            <a:endParaRPr sz="2250">
              <a:latin typeface="Arial"/>
              <a:cs typeface="Arial"/>
            </a:endParaRPr>
          </a:p>
        </p:txBody>
      </p:sp>
      <p:sp>
        <p:nvSpPr>
          <p:cNvPr id="411" name="object 411"/>
          <p:cNvSpPr/>
          <p:nvPr/>
        </p:nvSpPr>
        <p:spPr>
          <a:xfrm>
            <a:off x="12693773" y="2196112"/>
            <a:ext cx="89535" cy="217804"/>
          </a:xfrm>
          <a:custGeom>
            <a:avLst/>
            <a:gdLst/>
            <a:ahLst/>
            <a:cxnLst/>
            <a:rect l="l" t="t" r="r" b="b"/>
            <a:pathLst>
              <a:path w="89534" h="217805">
                <a:moveTo>
                  <a:pt x="89158" y="217703"/>
                </a:moveTo>
                <a:lnTo>
                  <a:pt x="0" y="217703"/>
                </a:lnTo>
                <a:lnTo>
                  <a:pt x="0" y="0"/>
                </a:lnTo>
                <a:lnTo>
                  <a:pt x="89158" y="0"/>
                </a:lnTo>
                <a:lnTo>
                  <a:pt x="89158" y="217703"/>
                </a:lnTo>
                <a:close/>
              </a:path>
            </a:pathLst>
          </a:custGeom>
          <a:solidFill>
            <a:srgbClr val="EDEB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2" name="object 412"/>
          <p:cNvSpPr txBox="1"/>
          <p:nvPr/>
        </p:nvSpPr>
        <p:spPr>
          <a:xfrm>
            <a:off x="12681071" y="1966317"/>
            <a:ext cx="471170" cy="4851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250" spc="-40">
                <a:solidFill>
                  <a:srgbClr val="C6C1B5"/>
                </a:solidFill>
                <a:latin typeface="Arial"/>
                <a:cs typeface="Arial"/>
              </a:rPr>
              <a:t>-</a:t>
            </a:r>
            <a:r>
              <a:rPr dirty="0" sz="1250">
                <a:solidFill>
                  <a:srgbClr val="C6C1B5"/>
                </a:solidFill>
                <a:latin typeface="Arial"/>
                <a:cs typeface="Arial"/>
              </a:rPr>
              <a:t>1</a:t>
            </a:r>
            <a:r>
              <a:rPr dirty="0" sz="1250" spc="65">
                <a:solidFill>
                  <a:srgbClr val="C6C1B5"/>
                </a:solidFill>
                <a:latin typeface="Arial"/>
                <a:cs typeface="Arial"/>
              </a:rPr>
              <a:t> </a:t>
            </a:r>
            <a:r>
              <a:rPr dirty="0" sz="3000" spc="-140">
                <a:solidFill>
                  <a:srgbClr val="A89E8C"/>
                </a:solidFill>
                <a:latin typeface="Arial"/>
                <a:cs typeface="Arial"/>
              </a:rPr>
              <a:t>,</a:t>
            </a:r>
            <a:r>
              <a:rPr dirty="0" sz="3000" spc="-140">
                <a:solidFill>
                  <a:srgbClr val="807E6E"/>
                </a:solidFill>
                <a:latin typeface="Arial"/>
                <a:cs typeface="Arial"/>
              </a:rPr>
              <a:t>v</a:t>
            </a:r>
            <a:endParaRPr sz="3000">
              <a:latin typeface="Arial"/>
              <a:cs typeface="Arial"/>
            </a:endParaRPr>
          </a:p>
        </p:txBody>
      </p:sp>
      <p:sp>
        <p:nvSpPr>
          <p:cNvPr id="413" name="object 413"/>
          <p:cNvSpPr txBox="1"/>
          <p:nvPr/>
        </p:nvSpPr>
        <p:spPr>
          <a:xfrm>
            <a:off x="964858" y="2413132"/>
            <a:ext cx="1555115" cy="4089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24230" algn="l"/>
              </a:tabLst>
            </a:pPr>
            <a:r>
              <a:rPr dirty="0" sz="2500" spc="-25">
                <a:solidFill>
                  <a:srgbClr val="8E8E80"/>
                </a:solidFill>
                <a:latin typeface="Arial"/>
                <a:cs typeface="Arial"/>
              </a:rPr>
              <a:t>:�</a:t>
            </a:r>
            <a:r>
              <a:rPr dirty="0" sz="2500">
                <a:solidFill>
                  <a:srgbClr val="8E8E80"/>
                </a:solidFill>
                <a:latin typeface="Arial"/>
                <a:cs typeface="Arial"/>
              </a:rPr>
              <a:t>	</a:t>
            </a:r>
            <a:r>
              <a:rPr dirty="0" sz="2500" spc="-229">
                <a:solidFill>
                  <a:srgbClr val="8E8E80"/>
                </a:solidFill>
                <a:latin typeface="Arial"/>
                <a:cs typeface="Arial"/>
              </a:rPr>
              <a:t>))</a:t>
            </a:r>
            <a:r>
              <a:rPr dirty="0" sz="2500" spc="-229">
                <a:solidFill>
                  <a:srgbClr val="706959"/>
                </a:solidFill>
                <a:latin typeface="Arial"/>
                <a:cs typeface="Arial"/>
              </a:rPr>
              <a:t>�</a:t>
            </a:r>
            <a:r>
              <a:rPr dirty="0" sz="2500" spc="-229">
                <a:solidFill>
                  <a:srgbClr val="8E8E80"/>
                </a:solidFill>
                <a:latin typeface="Arial"/>
                <a:cs typeface="Arial"/>
              </a:rPr>
              <a:t>LJ</a:t>
            </a:r>
            <a:endParaRPr sz="2500">
              <a:latin typeface="Arial"/>
              <a:cs typeface="Arial"/>
            </a:endParaRPr>
          </a:p>
        </p:txBody>
      </p:sp>
      <p:sp>
        <p:nvSpPr>
          <p:cNvPr id="414" name="object 414"/>
          <p:cNvSpPr txBox="1"/>
          <p:nvPr/>
        </p:nvSpPr>
        <p:spPr>
          <a:xfrm>
            <a:off x="3173225" y="2362000"/>
            <a:ext cx="216535" cy="122555"/>
          </a:xfrm>
          <a:prstGeom prst="rect">
            <a:avLst/>
          </a:prstGeom>
          <a:solidFill>
            <a:srgbClr val="EDEBE1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65"/>
              </a:lnSpc>
            </a:pPr>
            <a:r>
              <a:rPr dirty="0" sz="800" spc="-40">
                <a:solidFill>
                  <a:srgbClr val="C6C1B5"/>
                </a:solidFill>
                <a:latin typeface="Arial"/>
                <a:cs typeface="Arial"/>
              </a:rPr>
              <a:t>1-</a:t>
            </a:r>
            <a:r>
              <a:rPr dirty="0" sz="800" spc="-50">
                <a:solidFill>
                  <a:srgbClr val="C6C1B5"/>
                </a:solidFill>
                <a:latin typeface="Arial"/>
                <a:cs typeface="Arial"/>
              </a:rPr>
              <a:t>-</a:t>
            </a:r>
            <a:endParaRPr sz="800">
              <a:latin typeface="Arial"/>
              <a:cs typeface="Arial"/>
            </a:endParaRPr>
          </a:p>
        </p:txBody>
      </p:sp>
      <p:sp>
        <p:nvSpPr>
          <p:cNvPr id="415" name="object 415"/>
          <p:cNvSpPr txBox="1"/>
          <p:nvPr/>
        </p:nvSpPr>
        <p:spPr>
          <a:xfrm>
            <a:off x="5679168" y="2355684"/>
            <a:ext cx="191135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160">
                <a:solidFill>
                  <a:srgbClr val="8E8E80"/>
                </a:solidFill>
                <a:latin typeface="Arial"/>
                <a:cs typeface="Arial"/>
              </a:rPr>
              <a:t>f-</a:t>
            </a:r>
            <a:r>
              <a:rPr dirty="0" sz="1350" spc="-210">
                <a:solidFill>
                  <a:srgbClr val="8E8E80"/>
                </a:solidFill>
                <a:latin typeface="Arial"/>
                <a:cs typeface="Arial"/>
              </a:rPr>
              <a:t>&gt;-</a:t>
            </a:r>
            <a:endParaRPr sz="1350">
              <a:latin typeface="Arial"/>
              <a:cs typeface="Arial"/>
            </a:endParaRPr>
          </a:p>
        </p:txBody>
      </p:sp>
      <p:sp>
        <p:nvSpPr>
          <p:cNvPr id="416" name="object 416"/>
          <p:cNvSpPr txBox="1"/>
          <p:nvPr/>
        </p:nvSpPr>
        <p:spPr>
          <a:xfrm>
            <a:off x="4538233" y="2381217"/>
            <a:ext cx="117475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-50">
                <a:solidFill>
                  <a:srgbClr val="807E6E"/>
                </a:solidFill>
                <a:latin typeface="Arial"/>
                <a:cs typeface="Arial"/>
              </a:rPr>
              <a:t>-</a:t>
            </a:r>
            <a:endParaRPr sz="2250">
              <a:latin typeface="Arial"/>
              <a:cs typeface="Arial"/>
            </a:endParaRPr>
          </a:p>
        </p:txBody>
      </p:sp>
      <p:sp>
        <p:nvSpPr>
          <p:cNvPr id="417" name="object 417"/>
          <p:cNvSpPr txBox="1"/>
          <p:nvPr/>
        </p:nvSpPr>
        <p:spPr>
          <a:xfrm>
            <a:off x="5256881" y="2323769"/>
            <a:ext cx="372110" cy="4089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500" spc="-80">
                <a:solidFill>
                  <a:srgbClr val="A89E8C"/>
                </a:solidFill>
                <a:latin typeface="Arial"/>
                <a:cs typeface="Arial"/>
              </a:rPr>
              <a:t>.=r</a:t>
            </a:r>
            <a:endParaRPr sz="2500">
              <a:latin typeface="Arial"/>
              <a:cs typeface="Arial"/>
            </a:endParaRPr>
          </a:p>
        </p:txBody>
      </p:sp>
      <p:sp>
        <p:nvSpPr>
          <p:cNvPr id="418" name="object 418"/>
          <p:cNvSpPr txBox="1"/>
          <p:nvPr/>
        </p:nvSpPr>
        <p:spPr>
          <a:xfrm>
            <a:off x="11522241" y="2113127"/>
            <a:ext cx="334645" cy="54673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7145">
              <a:lnSpc>
                <a:spcPts val="2165"/>
              </a:lnSpc>
              <a:spcBef>
                <a:spcPts val="110"/>
              </a:spcBef>
            </a:pPr>
            <a:r>
              <a:rPr dirty="0" sz="1850" spc="-125">
                <a:solidFill>
                  <a:srgbClr val="A89E8C"/>
                </a:solidFill>
                <a:latin typeface="Times New Roman"/>
                <a:cs typeface="Times New Roman"/>
              </a:rPr>
              <a:t>,�l</a:t>
            </a: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ts val="1925"/>
              </a:lnSpc>
              <a:tabLst>
                <a:tab pos="264795" algn="l"/>
              </a:tabLst>
            </a:pPr>
            <a:r>
              <a:rPr dirty="0" sz="1650" spc="-50">
                <a:solidFill>
                  <a:srgbClr val="A89E8C"/>
                </a:solidFill>
                <a:latin typeface="Arial"/>
                <a:cs typeface="Arial"/>
              </a:rPr>
              <a:t>,</a:t>
            </a:r>
            <a:r>
              <a:rPr dirty="0" sz="1650">
                <a:solidFill>
                  <a:srgbClr val="A89E8C"/>
                </a:solidFill>
                <a:latin typeface="Arial"/>
                <a:cs typeface="Arial"/>
              </a:rPr>
              <a:t>	</a:t>
            </a:r>
            <a:r>
              <a:rPr dirty="0" sz="1650" spc="-50">
                <a:solidFill>
                  <a:srgbClr val="A89E8C"/>
                </a:solidFill>
                <a:latin typeface="Arial"/>
                <a:cs typeface="Arial"/>
              </a:rPr>
              <a:t>I</a:t>
            </a:r>
            <a:endParaRPr sz="1650">
              <a:latin typeface="Arial"/>
              <a:cs typeface="Arial"/>
            </a:endParaRPr>
          </a:p>
        </p:txBody>
      </p:sp>
      <p:sp>
        <p:nvSpPr>
          <p:cNvPr id="419" name="object 419"/>
          <p:cNvSpPr txBox="1"/>
          <p:nvPr/>
        </p:nvSpPr>
        <p:spPr>
          <a:xfrm>
            <a:off x="5079997" y="2547176"/>
            <a:ext cx="66040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 spc="-50">
                <a:solidFill>
                  <a:srgbClr val="A89E8C"/>
                </a:solidFill>
                <a:latin typeface="Arial"/>
                <a:cs typeface="Arial"/>
              </a:rPr>
              <a:t>I</a:t>
            </a:r>
            <a:endParaRPr sz="1250">
              <a:latin typeface="Arial"/>
              <a:cs typeface="Arial"/>
            </a:endParaRPr>
          </a:p>
        </p:txBody>
      </p:sp>
      <p:sp>
        <p:nvSpPr>
          <p:cNvPr id="420" name="object 420"/>
          <p:cNvSpPr txBox="1"/>
          <p:nvPr/>
        </p:nvSpPr>
        <p:spPr>
          <a:xfrm>
            <a:off x="6575846" y="2547175"/>
            <a:ext cx="85090" cy="309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-50">
                <a:solidFill>
                  <a:srgbClr val="2B6EA1"/>
                </a:solidFill>
                <a:latin typeface="Arial"/>
                <a:cs typeface="Arial"/>
              </a:rPr>
              <a:t>I</a:t>
            </a:r>
            <a:endParaRPr sz="1850">
              <a:latin typeface="Arial"/>
              <a:cs typeface="Arial"/>
            </a:endParaRPr>
          </a:p>
        </p:txBody>
      </p:sp>
      <p:sp>
        <p:nvSpPr>
          <p:cNvPr id="421" name="object 421"/>
          <p:cNvSpPr txBox="1"/>
          <p:nvPr/>
        </p:nvSpPr>
        <p:spPr>
          <a:xfrm>
            <a:off x="9343203" y="2502494"/>
            <a:ext cx="47625" cy="2813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1000"/>
              </a:lnSpc>
              <a:spcBef>
                <a:spcPts val="105"/>
              </a:spcBef>
            </a:pPr>
            <a:r>
              <a:rPr dirty="0" sz="1000" spc="-50">
                <a:latin typeface="Arial"/>
                <a:cs typeface="Arial"/>
              </a:rPr>
              <a:t>'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ts val="1000"/>
              </a:lnSpc>
            </a:pPr>
            <a:r>
              <a:rPr dirty="0" sz="1000" spc="-50">
                <a:latin typeface="Arial"/>
                <a:cs typeface="Arial"/>
              </a:rPr>
              <a:t>'</a:t>
            </a:r>
            <a:endParaRPr sz="1000">
              <a:latin typeface="Arial"/>
              <a:cs typeface="Arial"/>
            </a:endParaRPr>
          </a:p>
        </p:txBody>
      </p:sp>
      <p:sp>
        <p:nvSpPr>
          <p:cNvPr id="422" name="object 422"/>
          <p:cNvSpPr/>
          <p:nvPr/>
        </p:nvSpPr>
        <p:spPr>
          <a:xfrm>
            <a:off x="11334427" y="2373971"/>
            <a:ext cx="26034" cy="688340"/>
          </a:xfrm>
          <a:custGeom>
            <a:avLst/>
            <a:gdLst/>
            <a:ahLst/>
            <a:cxnLst/>
            <a:rect l="l" t="t" r="r" b="b"/>
            <a:pathLst>
              <a:path w="26034" h="688339">
                <a:moveTo>
                  <a:pt x="25473" y="687944"/>
                </a:moveTo>
                <a:lnTo>
                  <a:pt x="0" y="687944"/>
                </a:lnTo>
                <a:lnTo>
                  <a:pt x="0" y="0"/>
                </a:lnTo>
                <a:lnTo>
                  <a:pt x="25473" y="0"/>
                </a:lnTo>
                <a:lnTo>
                  <a:pt x="25473" y="687944"/>
                </a:lnTo>
                <a:close/>
              </a:path>
            </a:pathLst>
          </a:custGeom>
          <a:solidFill>
            <a:srgbClr val="DBD1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3" name="object 423"/>
          <p:cNvSpPr/>
          <p:nvPr/>
        </p:nvSpPr>
        <p:spPr>
          <a:xfrm>
            <a:off x="11899080" y="2373971"/>
            <a:ext cx="89535" cy="688340"/>
          </a:xfrm>
          <a:custGeom>
            <a:avLst/>
            <a:gdLst/>
            <a:ahLst/>
            <a:cxnLst/>
            <a:rect l="l" t="t" r="r" b="b"/>
            <a:pathLst>
              <a:path w="89534" h="688339">
                <a:moveTo>
                  <a:pt x="89158" y="687944"/>
                </a:moveTo>
                <a:lnTo>
                  <a:pt x="0" y="687944"/>
                </a:lnTo>
                <a:lnTo>
                  <a:pt x="0" y="0"/>
                </a:lnTo>
                <a:lnTo>
                  <a:pt x="89158" y="0"/>
                </a:lnTo>
                <a:lnTo>
                  <a:pt x="89158" y="687944"/>
                </a:lnTo>
                <a:close/>
              </a:path>
            </a:pathLst>
          </a:custGeom>
          <a:solidFill>
            <a:srgbClr val="DBD1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4" name="object 424"/>
          <p:cNvSpPr txBox="1"/>
          <p:nvPr/>
        </p:nvSpPr>
        <p:spPr>
          <a:xfrm>
            <a:off x="1273282" y="3045056"/>
            <a:ext cx="1924685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-170">
                <a:solidFill>
                  <a:srgbClr val="262821"/>
                </a:solidFill>
                <a:latin typeface="Arial"/>
                <a:cs typeface="Arial"/>
              </a:rPr>
              <a:t>San_lt�ry</a:t>
            </a:r>
            <a:r>
              <a:rPr dirty="0" sz="2250" spc="45">
                <a:solidFill>
                  <a:srgbClr val="262821"/>
                </a:solidFill>
                <a:latin typeface="Arial"/>
                <a:cs typeface="Arial"/>
              </a:rPr>
              <a:t> </a:t>
            </a:r>
            <a:r>
              <a:rPr dirty="0" sz="2250" spc="-60">
                <a:solidFill>
                  <a:srgbClr val="262821"/>
                </a:solidFill>
                <a:latin typeface="Arial"/>
                <a:cs typeface="Arial"/>
              </a:rPr>
              <a:t>Zon</a:t>
            </a:r>
            <a:r>
              <a:rPr dirty="0" sz="2250" spc="-60">
                <a:solidFill>
                  <a:srgbClr val="807E6E"/>
                </a:solidFill>
                <a:latin typeface="Arial"/>
                <a:cs typeface="Arial"/>
              </a:rPr>
              <a:t>:J</a:t>
            </a:r>
            <a:endParaRPr sz="2250">
              <a:latin typeface="Arial"/>
              <a:cs typeface="Arial"/>
            </a:endParaRPr>
          </a:p>
        </p:txBody>
      </p:sp>
      <p:sp>
        <p:nvSpPr>
          <p:cNvPr id="425" name="object 425"/>
          <p:cNvSpPr txBox="1"/>
          <p:nvPr/>
        </p:nvSpPr>
        <p:spPr>
          <a:xfrm>
            <a:off x="4476389" y="2413132"/>
            <a:ext cx="2179955" cy="10826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900" spc="-630">
                <a:solidFill>
                  <a:srgbClr val="807E6E"/>
                </a:solidFill>
                <a:latin typeface="Arial"/>
                <a:cs typeface="Arial"/>
              </a:rPr>
              <a:t>e</a:t>
            </a:r>
            <a:r>
              <a:rPr dirty="0" sz="6900" spc="-630">
                <a:solidFill>
                  <a:srgbClr val="5D4F41"/>
                </a:solidFill>
                <a:latin typeface="Arial"/>
                <a:cs typeface="Arial"/>
              </a:rPr>
              <a:t>1</a:t>
            </a:r>
            <a:r>
              <a:rPr dirty="0" sz="6900" spc="-630">
                <a:solidFill>
                  <a:srgbClr val="807E6E"/>
                </a:solidFill>
                <a:latin typeface="Arial"/>
                <a:cs typeface="Arial"/>
              </a:rPr>
              <a:t>C</a:t>
            </a:r>
            <a:r>
              <a:rPr dirty="0" sz="3100" spc="-630" b="1" i="1">
                <a:solidFill>
                  <a:srgbClr val="2B6EA1"/>
                </a:solidFill>
                <a:latin typeface="Times New Roman"/>
                <a:cs typeface="Times New Roman"/>
              </a:rPr>
              <a:t>.-</a:t>
            </a:r>
            <a:r>
              <a:rPr dirty="0" sz="3100" spc="-25" b="1" i="1">
                <a:solidFill>
                  <a:srgbClr val="2B6EA1"/>
                </a:solidFill>
                <a:latin typeface="Times New Roman"/>
                <a:cs typeface="Times New Roman"/>
              </a:rPr>
              <a:t>f�J</a:t>
            </a:r>
            <a:endParaRPr sz="3100">
              <a:latin typeface="Times New Roman"/>
              <a:cs typeface="Times New Roman"/>
            </a:endParaRPr>
          </a:p>
        </p:txBody>
      </p:sp>
      <p:sp>
        <p:nvSpPr>
          <p:cNvPr id="426" name="object 426"/>
          <p:cNvSpPr txBox="1"/>
          <p:nvPr/>
        </p:nvSpPr>
        <p:spPr>
          <a:xfrm>
            <a:off x="10973753" y="2381217"/>
            <a:ext cx="1102995" cy="6305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20"/>
              </a:spcBef>
              <a:tabLst>
                <a:tab pos="360045" algn="l"/>
                <a:tab pos="925194" algn="l"/>
              </a:tabLst>
            </a:pPr>
            <a:r>
              <a:rPr dirty="0" baseline="-21021" sz="5550" spc="-75">
                <a:solidFill>
                  <a:srgbClr val="A89E8C"/>
                </a:solidFill>
                <a:latin typeface="Arial"/>
                <a:cs typeface="Arial"/>
              </a:rPr>
              <a:t>I</a:t>
            </a:r>
            <a:r>
              <a:rPr dirty="0" baseline="-21021" sz="5550">
                <a:solidFill>
                  <a:srgbClr val="A89E8C"/>
                </a:solidFill>
                <a:latin typeface="Arial"/>
                <a:cs typeface="Arial"/>
              </a:rPr>
              <a:t>	</a:t>
            </a:r>
            <a:r>
              <a:rPr dirty="0" sz="3950" spc="-835">
                <a:solidFill>
                  <a:srgbClr val="B8AFA1"/>
                </a:solidFill>
                <a:latin typeface="Arial"/>
                <a:cs typeface="Arial"/>
              </a:rPr>
              <a:t>,</a:t>
            </a:r>
            <a:r>
              <a:rPr dirty="0" sz="3950" spc="-835">
                <a:solidFill>
                  <a:srgbClr val="A89E8C"/>
                </a:solidFill>
                <a:latin typeface="Arial"/>
                <a:cs typeface="Arial"/>
              </a:rPr>
              <a:t>I</a:t>
            </a:r>
            <a:r>
              <a:rPr dirty="0" sz="3950">
                <a:solidFill>
                  <a:srgbClr val="A89E8C"/>
                </a:solidFill>
                <a:latin typeface="Arial"/>
                <a:cs typeface="Arial"/>
              </a:rPr>
              <a:t>	</a:t>
            </a:r>
            <a:r>
              <a:rPr dirty="0" sz="3950" spc="-360">
                <a:solidFill>
                  <a:srgbClr val="B8AFA1"/>
                </a:solidFill>
                <a:latin typeface="Arial"/>
                <a:cs typeface="Arial"/>
              </a:rPr>
              <a:t>"</a:t>
            </a:r>
            <a:endParaRPr sz="3950">
              <a:latin typeface="Arial"/>
              <a:cs typeface="Arial"/>
            </a:endParaRPr>
          </a:p>
        </p:txBody>
      </p:sp>
      <p:sp>
        <p:nvSpPr>
          <p:cNvPr id="427" name="object 427"/>
          <p:cNvSpPr txBox="1"/>
          <p:nvPr/>
        </p:nvSpPr>
        <p:spPr>
          <a:xfrm>
            <a:off x="12578381" y="2528027"/>
            <a:ext cx="532130" cy="4699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50">
                <a:latin typeface="Arial"/>
                <a:cs typeface="Arial"/>
              </a:rPr>
              <a:t>'</a:t>
            </a:r>
            <a:endParaRPr sz="1000">
              <a:latin typeface="Arial"/>
              <a:cs typeface="Arial"/>
            </a:endParaRPr>
          </a:p>
          <a:p>
            <a:pPr marL="67945">
              <a:lnSpc>
                <a:spcPct val="100000"/>
              </a:lnSpc>
              <a:spcBef>
                <a:spcPts val="10"/>
              </a:spcBef>
            </a:pPr>
            <a:r>
              <a:rPr dirty="0" sz="1900" spc="325" b="1">
                <a:solidFill>
                  <a:srgbClr val="5D4F41"/>
                </a:solidFill>
                <a:latin typeface="Arial"/>
                <a:cs typeface="Arial"/>
              </a:rPr>
              <a:t>-</a:t>
            </a:r>
            <a:r>
              <a:rPr dirty="0" sz="1900" spc="405" b="1">
                <a:solidFill>
                  <a:srgbClr val="706959"/>
                </a:solidFill>
                <a:latin typeface="Arial"/>
                <a:cs typeface="Arial"/>
              </a:rPr>
              <a:t>f</a:t>
            </a:r>
            <a:r>
              <a:rPr dirty="0" sz="1900" spc="405" b="1">
                <a:solidFill>
                  <a:srgbClr val="A0856B"/>
                </a:solidFill>
                <a:latin typeface="Arial"/>
                <a:cs typeface="Arial"/>
              </a:rPr>
              <a:t>1</a:t>
            </a:r>
            <a:endParaRPr sz="1900">
              <a:latin typeface="Arial"/>
              <a:cs typeface="Arial"/>
            </a:endParaRPr>
          </a:p>
        </p:txBody>
      </p:sp>
      <p:sp>
        <p:nvSpPr>
          <p:cNvPr id="428" name="object 428"/>
          <p:cNvSpPr txBox="1"/>
          <p:nvPr/>
        </p:nvSpPr>
        <p:spPr>
          <a:xfrm>
            <a:off x="7310818" y="2879095"/>
            <a:ext cx="114300" cy="2787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185">
                <a:solidFill>
                  <a:srgbClr val="8E8E80"/>
                </a:solidFill>
                <a:latin typeface="Times New Roman"/>
                <a:cs typeface="Times New Roman"/>
              </a:rPr>
              <a:t>/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429" name="object 429"/>
          <p:cNvSpPr txBox="1"/>
          <p:nvPr/>
        </p:nvSpPr>
        <p:spPr>
          <a:xfrm>
            <a:off x="7923011" y="2374834"/>
            <a:ext cx="722630" cy="11283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200" spc="-409">
                <a:solidFill>
                  <a:srgbClr val="2B6EA1"/>
                </a:solidFill>
                <a:latin typeface="Times New Roman"/>
                <a:cs typeface="Times New Roman"/>
              </a:rPr>
              <a:t>--</a:t>
            </a:r>
            <a:r>
              <a:rPr dirty="0" sz="7200" spc="-360">
                <a:solidFill>
                  <a:srgbClr val="2B6EA1"/>
                </a:solidFill>
                <a:latin typeface="Times New Roman"/>
                <a:cs typeface="Times New Roman"/>
              </a:rPr>
              <a:t>.</a:t>
            </a:r>
            <a:endParaRPr sz="7200">
              <a:latin typeface="Times New Roman"/>
              <a:cs typeface="Times New Roman"/>
            </a:endParaRPr>
          </a:p>
        </p:txBody>
      </p:sp>
      <p:sp>
        <p:nvSpPr>
          <p:cNvPr id="430" name="object 430"/>
          <p:cNvSpPr/>
          <p:nvPr/>
        </p:nvSpPr>
        <p:spPr>
          <a:xfrm>
            <a:off x="12023359" y="3147947"/>
            <a:ext cx="38735" cy="191770"/>
          </a:xfrm>
          <a:custGeom>
            <a:avLst/>
            <a:gdLst/>
            <a:ahLst/>
            <a:cxnLst/>
            <a:rect l="l" t="t" r="r" b="b"/>
            <a:pathLst>
              <a:path w="38734" h="191770">
                <a:moveTo>
                  <a:pt x="38210" y="191579"/>
                </a:moveTo>
                <a:lnTo>
                  <a:pt x="0" y="191579"/>
                </a:lnTo>
                <a:lnTo>
                  <a:pt x="0" y="0"/>
                </a:lnTo>
                <a:lnTo>
                  <a:pt x="38210" y="0"/>
                </a:lnTo>
                <a:lnTo>
                  <a:pt x="38210" y="191579"/>
                </a:lnTo>
                <a:close/>
              </a:path>
            </a:pathLst>
          </a:custGeom>
          <a:solidFill>
            <a:srgbClr val="DBD1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1" name="object 431"/>
          <p:cNvSpPr txBox="1"/>
          <p:nvPr/>
        </p:nvSpPr>
        <p:spPr>
          <a:xfrm>
            <a:off x="12010658" y="3140802"/>
            <a:ext cx="57785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50">
                <a:solidFill>
                  <a:srgbClr val="B8AFA1"/>
                </a:solidFill>
                <a:latin typeface="Arial"/>
                <a:cs typeface="Arial"/>
              </a:rPr>
              <a:t>I</a:t>
            </a:r>
            <a:endParaRPr sz="1100">
              <a:latin typeface="Arial"/>
              <a:cs typeface="Arial"/>
            </a:endParaRPr>
          </a:p>
        </p:txBody>
      </p:sp>
      <p:sp>
        <p:nvSpPr>
          <p:cNvPr id="432" name="object 432"/>
          <p:cNvSpPr/>
          <p:nvPr/>
        </p:nvSpPr>
        <p:spPr>
          <a:xfrm>
            <a:off x="12221825" y="2802900"/>
            <a:ext cx="38735" cy="644525"/>
          </a:xfrm>
          <a:custGeom>
            <a:avLst/>
            <a:gdLst/>
            <a:ahLst/>
            <a:cxnLst/>
            <a:rect l="l" t="t" r="r" b="b"/>
            <a:pathLst>
              <a:path w="38734" h="644525">
                <a:moveTo>
                  <a:pt x="38210" y="644403"/>
                </a:moveTo>
                <a:lnTo>
                  <a:pt x="0" y="644403"/>
                </a:lnTo>
                <a:lnTo>
                  <a:pt x="0" y="0"/>
                </a:lnTo>
                <a:lnTo>
                  <a:pt x="38210" y="0"/>
                </a:lnTo>
                <a:lnTo>
                  <a:pt x="38210" y="644403"/>
                </a:lnTo>
                <a:close/>
              </a:path>
            </a:pathLst>
          </a:custGeom>
          <a:solidFill>
            <a:srgbClr val="DBD1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3" name="object 433"/>
          <p:cNvSpPr txBox="1"/>
          <p:nvPr/>
        </p:nvSpPr>
        <p:spPr>
          <a:xfrm>
            <a:off x="12183724" y="2732285"/>
            <a:ext cx="1022985" cy="5924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357505" algn="l"/>
              </a:tabLst>
            </a:pPr>
            <a:r>
              <a:rPr dirty="0" baseline="-9009" sz="5550" spc="-75">
                <a:solidFill>
                  <a:srgbClr val="B8AFA1"/>
                </a:solidFill>
                <a:latin typeface="Arial"/>
                <a:cs typeface="Arial"/>
              </a:rPr>
              <a:t>I</a:t>
            </a:r>
            <a:r>
              <a:rPr dirty="0" baseline="-9009" sz="5550">
                <a:solidFill>
                  <a:srgbClr val="B8AFA1"/>
                </a:solidFill>
                <a:latin typeface="Arial"/>
                <a:cs typeface="Arial"/>
              </a:rPr>
              <a:t>	</a:t>
            </a:r>
            <a:r>
              <a:rPr dirty="0" sz="3000" spc="-400" b="1">
                <a:solidFill>
                  <a:srgbClr val="706959"/>
                </a:solidFill>
                <a:latin typeface="Arial"/>
                <a:cs typeface="Arial"/>
              </a:rPr>
              <a:t>Llr.N</a:t>
            </a:r>
            <a:endParaRPr sz="3000">
              <a:latin typeface="Arial"/>
              <a:cs typeface="Arial"/>
            </a:endParaRPr>
          </a:p>
        </p:txBody>
      </p:sp>
      <p:sp>
        <p:nvSpPr>
          <p:cNvPr id="434" name="object 434"/>
          <p:cNvSpPr/>
          <p:nvPr/>
        </p:nvSpPr>
        <p:spPr>
          <a:xfrm>
            <a:off x="10006592" y="3091257"/>
            <a:ext cx="38735" cy="165735"/>
          </a:xfrm>
          <a:custGeom>
            <a:avLst/>
            <a:gdLst/>
            <a:ahLst/>
            <a:cxnLst/>
            <a:rect l="l" t="t" r="r" b="b"/>
            <a:pathLst>
              <a:path w="38734" h="165735">
                <a:moveTo>
                  <a:pt x="38210" y="165454"/>
                </a:moveTo>
                <a:lnTo>
                  <a:pt x="0" y="165454"/>
                </a:lnTo>
                <a:lnTo>
                  <a:pt x="0" y="0"/>
                </a:lnTo>
                <a:lnTo>
                  <a:pt x="38210" y="0"/>
                </a:lnTo>
                <a:lnTo>
                  <a:pt x="38210" y="165454"/>
                </a:lnTo>
                <a:close/>
              </a:path>
            </a:pathLst>
          </a:custGeom>
          <a:solidFill>
            <a:srgbClr val="C8BD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5" name="object 435"/>
          <p:cNvSpPr txBox="1"/>
          <p:nvPr/>
        </p:nvSpPr>
        <p:spPr>
          <a:xfrm>
            <a:off x="9916651" y="3083354"/>
            <a:ext cx="133350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>
                <a:solidFill>
                  <a:srgbClr val="A89E8C"/>
                </a:solidFill>
                <a:latin typeface="Arial"/>
                <a:cs typeface="Arial"/>
              </a:rPr>
              <a:t>'</a:t>
            </a:r>
            <a:r>
              <a:rPr dirty="0" sz="950" spc="10">
                <a:solidFill>
                  <a:srgbClr val="A89E8C"/>
                </a:solidFill>
                <a:latin typeface="Arial"/>
                <a:cs typeface="Arial"/>
              </a:rPr>
              <a:t> </a:t>
            </a:r>
            <a:r>
              <a:rPr dirty="0" sz="950" spc="-90">
                <a:solidFill>
                  <a:srgbClr val="A89E8C"/>
                </a:solidFill>
                <a:latin typeface="Arial"/>
                <a:cs typeface="Arial"/>
              </a:rPr>
              <a:t>,</a:t>
            </a:r>
            <a:r>
              <a:rPr dirty="0" sz="950" spc="-90">
                <a:solidFill>
                  <a:srgbClr val="B8AFA1"/>
                </a:solidFill>
                <a:latin typeface="Arial"/>
                <a:cs typeface="Arial"/>
              </a:rPr>
              <a:t>•</a:t>
            </a:r>
            <a:endParaRPr sz="950">
              <a:latin typeface="Arial"/>
              <a:cs typeface="Arial"/>
            </a:endParaRPr>
          </a:p>
        </p:txBody>
      </p:sp>
      <p:sp>
        <p:nvSpPr>
          <p:cNvPr id="436" name="object 436"/>
          <p:cNvSpPr/>
          <p:nvPr/>
        </p:nvSpPr>
        <p:spPr>
          <a:xfrm>
            <a:off x="10407546" y="3091257"/>
            <a:ext cx="26034" cy="165735"/>
          </a:xfrm>
          <a:custGeom>
            <a:avLst/>
            <a:gdLst/>
            <a:ahLst/>
            <a:cxnLst/>
            <a:rect l="l" t="t" r="r" b="b"/>
            <a:pathLst>
              <a:path w="26034" h="165735">
                <a:moveTo>
                  <a:pt x="25473" y="165454"/>
                </a:moveTo>
                <a:lnTo>
                  <a:pt x="0" y="165454"/>
                </a:lnTo>
                <a:lnTo>
                  <a:pt x="0" y="0"/>
                </a:lnTo>
                <a:lnTo>
                  <a:pt x="25473" y="0"/>
                </a:lnTo>
                <a:lnTo>
                  <a:pt x="25473" y="165454"/>
                </a:lnTo>
                <a:close/>
              </a:path>
            </a:pathLst>
          </a:custGeom>
          <a:solidFill>
            <a:srgbClr val="C8BD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7" name="object 437"/>
          <p:cNvSpPr txBox="1"/>
          <p:nvPr/>
        </p:nvSpPr>
        <p:spPr>
          <a:xfrm>
            <a:off x="10394846" y="3083354"/>
            <a:ext cx="50165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50">
                <a:solidFill>
                  <a:srgbClr val="B8AFA1"/>
                </a:solidFill>
                <a:latin typeface="Arial"/>
                <a:cs typeface="Arial"/>
              </a:rPr>
              <a:t>I</a:t>
            </a:r>
            <a:endParaRPr sz="950">
              <a:latin typeface="Arial"/>
              <a:cs typeface="Arial"/>
            </a:endParaRPr>
          </a:p>
        </p:txBody>
      </p:sp>
      <p:sp>
        <p:nvSpPr>
          <p:cNvPr id="438" name="object 438"/>
          <p:cNvSpPr/>
          <p:nvPr/>
        </p:nvSpPr>
        <p:spPr>
          <a:xfrm>
            <a:off x="11383984" y="3085631"/>
            <a:ext cx="26034" cy="139700"/>
          </a:xfrm>
          <a:custGeom>
            <a:avLst/>
            <a:gdLst/>
            <a:ahLst/>
            <a:cxnLst/>
            <a:rect l="l" t="t" r="r" b="b"/>
            <a:pathLst>
              <a:path w="26034" h="139700">
                <a:moveTo>
                  <a:pt x="25473" y="139330"/>
                </a:moveTo>
                <a:lnTo>
                  <a:pt x="0" y="139330"/>
                </a:lnTo>
                <a:lnTo>
                  <a:pt x="0" y="0"/>
                </a:lnTo>
                <a:lnTo>
                  <a:pt x="25473" y="0"/>
                </a:lnTo>
                <a:lnTo>
                  <a:pt x="25473" y="139330"/>
                </a:lnTo>
                <a:close/>
              </a:path>
            </a:pathLst>
          </a:custGeom>
          <a:solidFill>
            <a:srgbClr val="DBD1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9" name="object 439"/>
          <p:cNvSpPr txBox="1"/>
          <p:nvPr/>
        </p:nvSpPr>
        <p:spPr>
          <a:xfrm>
            <a:off x="11345884" y="2796116"/>
            <a:ext cx="297180" cy="4851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800">
                <a:solidFill>
                  <a:srgbClr val="B8AFA1"/>
                </a:solidFill>
                <a:latin typeface="Arial"/>
                <a:cs typeface="Arial"/>
              </a:rPr>
              <a:t>J</a:t>
            </a:r>
            <a:r>
              <a:rPr dirty="0" sz="800" spc="425">
                <a:solidFill>
                  <a:srgbClr val="B8AFA1"/>
                </a:solidFill>
                <a:latin typeface="Arial"/>
                <a:cs typeface="Arial"/>
              </a:rPr>
              <a:t> </a:t>
            </a:r>
            <a:r>
              <a:rPr dirty="0" baseline="-14814" sz="4500" spc="-89">
                <a:solidFill>
                  <a:srgbClr val="A89E8C"/>
                </a:solidFill>
                <a:latin typeface="Arial"/>
                <a:cs typeface="Arial"/>
              </a:rPr>
              <a:t>I</a:t>
            </a:r>
            <a:endParaRPr baseline="-14814" sz="4500">
              <a:latin typeface="Arial"/>
              <a:cs typeface="Arial"/>
            </a:endParaRPr>
          </a:p>
        </p:txBody>
      </p:sp>
      <p:sp>
        <p:nvSpPr>
          <p:cNvPr id="440" name="object 440"/>
          <p:cNvSpPr txBox="1"/>
          <p:nvPr/>
        </p:nvSpPr>
        <p:spPr>
          <a:xfrm>
            <a:off x="7173289" y="3191867"/>
            <a:ext cx="104775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-50" i="1">
                <a:solidFill>
                  <a:srgbClr val="8E8E80"/>
                </a:solidFill>
                <a:latin typeface="Arial"/>
                <a:cs typeface="Arial"/>
              </a:rPr>
              <a:t>A</a:t>
            </a:r>
            <a:endParaRPr sz="900">
              <a:latin typeface="Arial"/>
              <a:cs typeface="Arial"/>
            </a:endParaRPr>
          </a:p>
        </p:txBody>
      </p:sp>
      <p:sp>
        <p:nvSpPr>
          <p:cNvPr id="441" name="object 441"/>
          <p:cNvSpPr txBox="1"/>
          <p:nvPr/>
        </p:nvSpPr>
        <p:spPr>
          <a:xfrm>
            <a:off x="9971564" y="3198250"/>
            <a:ext cx="125730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31746" sz="525" spc="397">
                <a:solidFill>
                  <a:srgbClr val="A89E8C"/>
                </a:solidFill>
                <a:latin typeface="Arial"/>
                <a:cs typeface="Arial"/>
              </a:rPr>
              <a:t>1</a:t>
            </a:r>
            <a:r>
              <a:rPr dirty="0" sz="1050" spc="265">
                <a:solidFill>
                  <a:srgbClr val="A89E8C"/>
                </a:solidFill>
                <a:latin typeface="Times New Roman"/>
                <a:cs typeface="Times New Roman"/>
              </a:rPr>
              <a:t>•,1.l,_1,</a:t>
            </a:r>
            <a:r>
              <a:rPr dirty="0" sz="1050" spc="265">
                <a:solidFill>
                  <a:srgbClr val="A0856B"/>
                </a:solidFill>
                <a:latin typeface="Times New Roman"/>
                <a:cs typeface="Times New Roman"/>
              </a:rPr>
              <a:t>1</a:t>
            </a:r>
            <a:r>
              <a:rPr dirty="0" sz="1050" spc="265">
                <a:solidFill>
                  <a:srgbClr val="706959"/>
                </a:solidFill>
                <a:latin typeface="Times New Roman"/>
                <a:cs typeface="Times New Roman"/>
              </a:rPr>
              <a:t>4</a:t>
            </a:r>
            <a:r>
              <a:rPr dirty="0" baseline="-15873" sz="1575" spc="397">
                <a:solidFill>
                  <a:srgbClr val="A89E8C"/>
                </a:solidFill>
                <a:latin typeface="Times New Roman"/>
                <a:cs typeface="Times New Roman"/>
              </a:rPr>
              <a:t>1</a:t>
            </a:r>
            <a:r>
              <a:rPr dirty="0" sz="1050" spc="265">
                <a:solidFill>
                  <a:srgbClr val="A89E8C"/>
                </a:solidFill>
                <a:latin typeface="Times New Roman"/>
                <a:cs typeface="Times New Roman"/>
              </a:rPr>
              <a:t>•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42" name="object 442"/>
          <p:cNvSpPr txBox="1"/>
          <p:nvPr/>
        </p:nvSpPr>
        <p:spPr>
          <a:xfrm>
            <a:off x="8384782" y="3108887"/>
            <a:ext cx="188595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480">
                <a:solidFill>
                  <a:srgbClr val="44759A"/>
                </a:solidFill>
                <a:latin typeface="Arial"/>
                <a:cs typeface="Arial"/>
              </a:rPr>
              <a:t>-</a:t>
            </a:r>
            <a:endParaRPr sz="2250">
              <a:latin typeface="Arial"/>
              <a:cs typeface="Arial"/>
            </a:endParaRPr>
          </a:p>
        </p:txBody>
      </p:sp>
      <p:sp>
        <p:nvSpPr>
          <p:cNvPr id="443" name="object 443"/>
          <p:cNvSpPr txBox="1"/>
          <p:nvPr/>
        </p:nvSpPr>
        <p:spPr>
          <a:xfrm>
            <a:off x="1099691" y="3038673"/>
            <a:ext cx="363855" cy="11283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200" spc="-595">
                <a:solidFill>
                  <a:srgbClr val="807E6E"/>
                </a:solidFill>
                <a:latin typeface="Times New Roman"/>
                <a:cs typeface="Times New Roman"/>
              </a:rPr>
              <a:t>e</a:t>
            </a:r>
            <a:endParaRPr sz="7200">
              <a:latin typeface="Times New Roman"/>
              <a:cs typeface="Times New Roman"/>
            </a:endParaRPr>
          </a:p>
        </p:txBody>
      </p:sp>
      <p:sp>
        <p:nvSpPr>
          <p:cNvPr id="444" name="object 444"/>
          <p:cNvSpPr txBox="1"/>
          <p:nvPr/>
        </p:nvSpPr>
        <p:spPr>
          <a:xfrm>
            <a:off x="1581649" y="3134419"/>
            <a:ext cx="1329055" cy="6769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  <a:tabLst>
                <a:tab pos="902335" algn="l"/>
              </a:tabLst>
            </a:pPr>
            <a:r>
              <a:rPr dirty="0" baseline="-19607" sz="6375" spc="-532">
                <a:solidFill>
                  <a:srgbClr val="8E8E80"/>
                </a:solidFill>
                <a:latin typeface="Arial"/>
                <a:cs typeface="Arial"/>
              </a:rPr>
              <a:t>Q</a:t>
            </a:r>
            <a:r>
              <a:rPr dirty="0" sz="4250" spc="-355">
                <a:solidFill>
                  <a:srgbClr val="8E8E80"/>
                </a:solidFill>
                <a:latin typeface="Arial"/>
                <a:cs typeface="Arial"/>
              </a:rPr>
              <a:t>.</a:t>
            </a:r>
            <a:r>
              <a:rPr dirty="0" sz="4250">
                <a:solidFill>
                  <a:srgbClr val="8E8E80"/>
                </a:solidFill>
                <a:latin typeface="Arial"/>
                <a:cs typeface="Arial"/>
              </a:rPr>
              <a:t>	</a:t>
            </a:r>
            <a:r>
              <a:rPr dirty="0" sz="3600" spc="-390" i="1">
                <a:solidFill>
                  <a:srgbClr val="706959"/>
                </a:solidFill>
                <a:latin typeface="Times New Roman"/>
                <a:cs typeface="Times New Roman"/>
              </a:rPr>
              <a:t>-</a:t>
            </a:r>
            <a:r>
              <a:rPr dirty="0" sz="3600" spc="-615" i="1">
                <a:solidFill>
                  <a:srgbClr val="706959"/>
                </a:solidFill>
                <a:latin typeface="Times New Roman"/>
                <a:cs typeface="Times New Roman"/>
              </a:rPr>
              <a:t>1</a:t>
            </a:r>
            <a:r>
              <a:rPr dirty="0" sz="3600" spc="-615" i="1">
                <a:solidFill>
                  <a:srgbClr val="A89E8C"/>
                </a:solidFill>
                <a:latin typeface="Times New Roman"/>
                <a:cs typeface="Times New Roman"/>
              </a:rPr>
              <a:t>_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445" name="object 445"/>
          <p:cNvSpPr txBox="1"/>
          <p:nvPr/>
        </p:nvSpPr>
        <p:spPr>
          <a:xfrm>
            <a:off x="4057917" y="3319528"/>
            <a:ext cx="93980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 spc="-105" i="1">
                <a:solidFill>
                  <a:srgbClr val="A89E8C"/>
                </a:solidFill>
                <a:latin typeface="Arial"/>
                <a:cs typeface="Arial"/>
              </a:rPr>
              <a:t>r-</a:t>
            </a:r>
            <a:endParaRPr sz="1200">
              <a:latin typeface="Arial"/>
              <a:cs typeface="Arial"/>
            </a:endParaRPr>
          </a:p>
        </p:txBody>
      </p:sp>
      <p:sp>
        <p:nvSpPr>
          <p:cNvPr id="446" name="object 446"/>
          <p:cNvSpPr txBox="1"/>
          <p:nvPr/>
        </p:nvSpPr>
        <p:spPr>
          <a:xfrm>
            <a:off x="7048750" y="3370592"/>
            <a:ext cx="434340" cy="3930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400" spc="-65">
                <a:solidFill>
                  <a:srgbClr val="A0856B"/>
                </a:solidFill>
                <a:latin typeface="Arial"/>
                <a:cs typeface="Arial"/>
              </a:rPr>
              <a:t>1</a:t>
            </a:r>
            <a:r>
              <a:rPr dirty="0" sz="2400" spc="-65">
                <a:solidFill>
                  <a:srgbClr val="A89E8C"/>
                </a:solidFill>
                <a:latin typeface="Arial"/>
                <a:cs typeface="Arial"/>
              </a:rPr>
              <a:t>•</a:t>
            </a:r>
            <a:r>
              <a:rPr dirty="0" sz="2400" spc="-65">
                <a:solidFill>
                  <a:srgbClr val="706959"/>
                </a:solidFill>
                <a:latin typeface="Arial"/>
                <a:cs typeface="Arial"/>
              </a:rPr>
              <a:t>,</a:t>
            </a:r>
            <a:r>
              <a:rPr dirty="0" sz="2400" spc="-65">
                <a:solidFill>
                  <a:srgbClr val="A89E8C"/>
                </a:solidFill>
                <a:latin typeface="Arial"/>
                <a:cs typeface="Arial"/>
              </a:rPr>
              <a:t>,</a:t>
            </a:r>
            <a:endParaRPr sz="2400">
              <a:latin typeface="Arial"/>
              <a:cs typeface="Arial"/>
            </a:endParaRPr>
          </a:p>
        </p:txBody>
      </p:sp>
      <p:sp>
        <p:nvSpPr>
          <p:cNvPr id="447" name="object 447"/>
          <p:cNvSpPr txBox="1"/>
          <p:nvPr/>
        </p:nvSpPr>
        <p:spPr>
          <a:xfrm>
            <a:off x="8389049" y="3491870"/>
            <a:ext cx="81915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 spc="-50">
                <a:solidFill>
                  <a:srgbClr val="2B6EA1"/>
                </a:solidFill>
                <a:latin typeface="Times New Roman"/>
                <a:cs typeface="Times New Roman"/>
              </a:rPr>
              <a:t>I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448" name="object 448"/>
          <p:cNvSpPr txBox="1"/>
          <p:nvPr/>
        </p:nvSpPr>
        <p:spPr>
          <a:xfrm>
            <a:off x="10151354" y="3491870"/>
            <a:ext cx="407034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 spc="254">
                <a:solidFill>
                  <a:srgbClr val="A89E8C"/>
                </a:solidFill>
                <a:latin typeface="Times New Roman"/>
                <a:cs typeface="Times New Roman"/>
              </a:rPr>
              <a:t>;x-</a:t>
            </a:r>
            <a:r>
              <a:rPr dirty="0" sz="1450" spc="140">
                <a:solidFill>
                  <a:srgbClr val="A89E8C"/>
                </a:solidFill>
                <a:latin typeface="Times New Roman"/>
                <a:cs typeface="Times New Roman"/>
              </a:rPr>
              <a:t>/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449" name="object 449"/>
          <p:cNvSpPr/>
          <p:nvPr/>
        </p:nvSpPr>
        <p:spPr>
          <a:xfrm>
            <a:off x="10975881" y="3409905"/>
            <a:ext cx="38735" cy="180975"/>
          </a:xfrm>
          <a:custGeom>
            <a:avLst/>
            <a:gdLst/>
            <a:ahLst/>
            <a:cxnLst/>
            <a:rect l="l" t="t" r="r" b="b"/>
            <a:pathLst>
              <a:path w="38734" h="180975">
                <a:moveTo>
                  <a:pt x="38210" y="180449"/>
                </a:moveTo>
                <a:lnTo>
                  <a:pt x="0" y="180449"/>
                </a:lnTo>
                <a:lnTo>
                  <a:pt x="0" y="0"/>
                </a:lnTo>
                <a:lnTo>
                  <a:pt x="38210" y="0"/>
                </a:lnTo>
                <a:lnTo>
                  <a:pt x="38210" y="180449"/>
                </a:lnTo>
                <a:close/>
              </a:path>
            </a:pathLst>
          </a:custGeom>
          <a:solidFill>
            <a:srgbClr val="DBD1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0" name="object 450"/>
          <p:cNvSpPr txBox="1"/>
          <p:nvPr/>
        </p:nvSpPr>
        <p:spPr>
          <a:xfrm>
            <a:off x="11311904" y="3364210"/>
            <a:ext cx="75565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80">
                <a:solidFill>
                  <a:srgbClr val="A89E8C"/>
                </a:solidFill>
                <a:latin typeface="Arial"/>
                <a:cs typeface="Arial"/>
              </a:rPr>
              <a:t>I</a:t>
            </a:r>
            <a:endParaRPr sz="950">
              <a:latin typeface="Arial"/>
              <a:cs typeface="Arial"/>
            </a:endParaRPr>
          </a:p>
        </p:txBody>
      </p:sp>
      <p:sp>
        <p:nvSpPr>
          <p:cNvPr id="451" name="object 451"/>
          <p:cNvSpPr txBox="1"/>
          <p:nvPr/>
        </p:nvSpPr>
        <p:spPr>
          <a:xfrm>
            <a:off x="4050217" y="3389741"/>
            <a:ext cx="107314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165">
                <a:solidFill>
                  <a:srgbClr val="A89E8C"/>
                </a:solidFill>
                <a:latin typeface="Arial"/>
                <a:cs typeface="Arial"/>
              </a:rPr>
              <a:t>'</a:t>
            </a:r>
            <a:endParaRPr sz="2250">
              <a:latin typeface="Arial"/>
              <a:cs typeface="Arial"/>
            </a:endParaRPr>
          </a:p>
        </p:txBody>
      </p:sp>
      <p:sp>
        <p:nvSpPr>
          <p:cNvPr id="452" name="object 452"/>
          <p:cNvSpPr txBox="1"/>
          <p:nvPr/>
        </p:nvSpPr>
        <p:spPr>
          <a:xfrm>
            <a:off x="10963181" y="3402507"/>
            <a:ext cx="92075" cy="2978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1155"/>
              </a:lnSpc>
              <a:spcBef>
                <a:spcPts val="105"/>
              </a:spcBef>
            </a:pPr>
            <a:r>
              <a:rPr dirty="0" sz="1050" spc="120">
                <a:solidFill>
                  <a:srgbClr val="B8AFA1"/>
                </a:solidFill>
                <a:latin typeface="Times New Roman"/>
                <a:cs typeface="Times New Roman"/>
              </a:rPr>
              <a:t>I</a:t>
            </a:r>
            <a:endParaRPr sz="1050">
              <a:latin typeface="Times New Roman"/>
              <a:cs typeface="Times New Roman"/>
            </a:endParaRPr>
          </a:p>
          <a:p>
            <a:pPr marL="17780">
              <a:lnSpc>
                <a:spcPts val="975"/>
              </a:lnSpc>
            </a:pPr>
            <a:r>
              <a:rPr dirty="0" sz="900" spc="70">
                <a:solidFill>
                  <a:srgbClr val="807E6E"/>
                </a:solidFill>
                <a:latin typeface="Arial"/>
                <a:cs typeface="Arial"/>
              </a:rPr>
              <a:t>I</a:t>
            </a:r>
            <a:endParaRPr sz="900">
              <a:latin typeface="Arial"/>
              <a:cs typeface="Arial"/>
            </a:endParaRPr>
          </a:p>
        </p:txBody>
      </p:sp>
      <p:sp>
        <p:nvSpPr>
          <p:cNvPr id="453" name="object 453"/>
          <p:cNvSpPr txBox="1"/>
          <p:nvPr/>
        </p:nvSpPr>
        <p:spPr>
          <a:xfrm>
            <a:off x="4052453" y="3651448"/>
            <a:ext cx="73025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70">
                <a:solidFill>
                  <a:srgbClr val="A89E8C"/>
                </a:solidFill>
                <a:latin typeface="Arial"/>
                <a:cs typeface="Arial"/>
              </a:rPr>
              <a:t>I</a:t>
            </a:r>
            <a:endParaRPr sz="900">
              <a:latin typeface="Arial"/>
              <a:cs typeface="Arial"/>
            </a:endParaRPr>
          </a:p>
        </p:txBody>
      </p:sp>
      <p:sp>
        <p:nvSpPr>
          <p:cNvPr id="454" name="object 454"/>
          <p:cNvSpPr/>
          <p:nvPr/>
        </p:nvSpPr>
        <p:spPr>
          <a:xfrm>
            <a:off x="12479400" y="3664802"/>
            <a:ext cx="255270" cy="354965"/>
          </a:xfrm>
          <a:custGeom>
            <a:avLst/>
            <a:gdLst/>
            <a:ahLst/>
            <a:cxnLst/>
            <a:rect l="l" t="t" r="r" b="b"/>
            <a:pathLst>
              <a:path w="255270" h="354964">
                <a:moveTo>
                  <a:pt x="254738" y="354484"/>
                </a:moveTo>
                <a:lnTo>
                  <a:pt x="0" y="354484"/>
                </a:lnTo>
                <a:lnTo>
                  <a:pt x="0" y="0"/>
                </a:lnTo>
                <a:lnTo>
                  <a:pt x="254738" y="0"/>
                </a:lnTo>
                <a:lnTo>
                  <a:pt x="254738" y="354484"/>
                </a:lnTo>
                <a:close/>
              </a:path>
            </a:pathLst>
          </a:custGeom>
          <a:solidFill>
            <a:srgbClr val="C8BD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5" name="object 455"/>
          <p:cNvSpPr txBox="1"/>
          <p:nvPr/>
        </p:nvSpPr>
        <p:spPr>
          <a:xfrm>
            <a:off x="12854851" y="3651448"/>
            <a:ext cx="4953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50">
                <a:solidFill>
                  <a:srgbClr val="706959"/>
                </a:solidFill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456" name="object 456"/>
          <p:cNvSpPr txBox="1"/>
          <p:nvPr/>
        </p:nvSpPr>
        <p:spPr>
          <a:xfrm>
            <a:off x="5541857" y="3338677"/>
            <a:ext cx="1069975" cy="84137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04139">
              <a:lnSpc>
                <a:spcPts val="2355"/>
              </a:lnSpc>
              <a:spcBef>
                <a:spcPts val="110"/>
              </a:spcBef>
              <a:tabLst>
                <a:tab pos="478790" algn="l"/>
              </a:tabLst>
            </a:pPr>
            <a:r>
              <a:rPr dirty="0" sz="1850" spc="-50">
                <a:solidFill>
                  <a:srgbClr val="2B6EA1"/>
                </a:solidFill>
                <a:latin typeface="Arial"/>
                <a:cs typeface="Arial"/>
              </a:rPr>
              <a:t>I</a:t>
            </a:r>
            <a:r>
              <a:rPr dirty="0" sz="1850">
                <a:solidFill>
                  <a:srgbClr val="2B6EA1"/>
                </a:solidFill>
                <a:latin typeface="Arial"/>
                <a:cs typeface="Arial"/>
              </a:rPr>
              <a:t>	</a:t>
            </a:r>
            <a:r>
              <a:rPr dirty="0" sz="2250" spc="95">
                <a:solidFill>
                  <a:srgbClr val="A89E8C"/>
                </a:solidFill>
                <a:latin typeface="Arial"/>
                <a:cs typeface="Arial"/>
              </a:rPr>
              <a:t>&lt;</a:t>
            </a:r>
            <a:r>
              <a:rPr dirty="0" sz="2250" spc="95">
                <a:solidFill>
                  <a:srgbClr val="706959"/>
                </a:solidFill>
                <a:latin typeface="Arial"/>
                <a:cs typeface="Arial"/>
              </a:rPr>
              <a:t>:S</a:t>
            </a:r>
            <a:r>
              <a:rPr dirty="0" sz="2250" spc="95">
                <a:solidFill>
                  <a:srgbClr val="8C725B"/>
                </a:solidFill>
                <a:latin typeface="Arial"/>
                <a:cs typeface="Arial"/>
              </a:rPr>
              <a:t>I</a:t>
            </a:r>
            <a:endParaRPr sz="2250">
              <a:latin typeface="Arial"/>
              <a:cs typeface="Arial"/>
            </a:endParaRPr>
          </a:p>
          <a:p>
            <a:pPr marL="104139">
              <a:lnSpc>
                <a:spcPts val="1875"/>
              </a:lnSpc>
            </a:pPr>
            <a:r>
              <a:rPr dirty="0" sz="1850" spc="200">
                <a:solidFill>
                  <a:srgbClr val="2B6EA1"/>
                </a:solidFill>
                <a:latin typeface="Arial"/>
                <a:cs typeface="Arial"/>
              </a:rPr>
              <a:t>I</a:t>
            </a:r>
            <a:endParaRPr sz="1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700" spc="860">
                <a:solidFill>
                  <a:srgbClr val="2B6EA1"/>
                </a:solidFill>
                <a:latin typeface="Arial"/>
                <a:cs typeface="Arial"/>
              </a:rPr>
              <a:t>•</a:t>
            </a:r>
            <a:r>
              <a:rPr dirty="0" sz="1700" spc="860">
                <a:solidFill>
                  <a:srgbClr val="A89E8C"/>
                </a:solidFill>
                <a:latin typeface="Arial"/>
                <a:cs typeface="Arial"/>
              </a:rPr>
              <a:t>-</a:t>
            </a:r>
            <a:endParaRPr sz="1700">
              <a:latin typeface="Arial"/>
              <a:cs typeface="Arial"/>
            </a:endParaRPr>
          </a:p>
        </p:txBody>
      </p:sp>
      <p:sp>
        <p:nvSpPr>
          <p:cNvPr id="457" name="object 457"/>
          <p:cNvSpPr txBox="1"/>
          <p:nvPr/>
        </p:nvSpPr>
        <p:spPr>
          <a:xfrm>
            <a:off x="1929170" y="3759960"/>
            <a:ext cx="52069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50">
                <a:solidFill>
                  <a:srgbClr val="8E8E80"/>
                </a:solidFill>
                <a:latin typeface="Times New Roman"/>
                <a:cs typeface="Times New Roman"/>
              </a:rPr>
              <a:t>'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458" name="object 458"/>
          <p:cNvSpPr txBox="1"/>
          <p:nvPr/>
        </p:nvSpPr>
        <p:spPr>
          <a:xfrm>
            <a:off x="2377541" y="3759960"/>
            <a:ext cx="123189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40">
                <a:solidFill>
                  <a:srgbClr val="8E8E80"/>
                </a:solidFill>
                <a:latin typeface="Times New Roman"/>
                <a:cs typeface="Times New Roman"/>
              </a:rPr>
              <a:t>I-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459" name="object 459"/>
          <p:cNvSpPr/>
          <p:nvPr/>
        </p:nvSpPr>
        <p:spPr>
          <a:xfrm>
            <a:off x="6397181" y="3898120"/>
            <a:ext cx="106680" cy="296545"/>
          </a:xfrm>
          <a:custGeom>
            <a:avLst/>
            <a:gdLst/>
            <a:ahLst/>
            <a:cxnLst/>
            <a:rect l="l" t="t" r="r" b="b"/>
            <a:pathLst>
              <a:path w="106679" h="296545">
                <a:moveTo>
                  <a:pt x="106174" y="296077"/>
                </a:moveTo>
                <a:lnTo>
                  <a:pt x="0" y="296077"/>
                </a:lnTo>
                <a:lnTo>
                  <a:pt x="0" y="0"/>
                </a:lnTo>
                <a:lnTo>
                  <a:pt x="106174" y="0"/>
                </a:lnTo>
                <a:lnTo>
                  <a:pt x="106174" y="296077"/>
                </a:lnTo>
                <a:close/>
              </a:path>
            </a:pathLst>
          </a:custGeom>
          <a:solidFill>
            <a:srgbClr val="C8BD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0" name="object 460"/>
          <p:cNvSpPr txBox="1"/>
          <p:nvPr/>
        </p:nvSpPr>
        <p:spPr>
          <a:xfrm>
            <a:off x="6384481" y="3894004"/>
            <a:ext cx="243840" cy="2863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700" spc="-229">
                <a:solidFill>
                  <a:srgbClr val="B8AFA1"/>
                </a:solidFill>
                <a:latin typeface="Arial"/>
                <a:cs typeface="Arial"/>
              </a:rPr>
              <a:t>_1</a:t>
            </a:r>
            <a:r>
              <a:rPr dirty="0" sz="1700" spc="-1030">
                <a:solidFill>
                  <a:srgbClr val="706959"/>
                </a:solidFill>
                <a:latin typeface="Arial"/>
                <a:cs typeface="Arial"/>
              </a:rPr>
              <a:t>1</a:t>
            </a:r>
            <a:r>
              <a:rPr dirty="0" sz="1700" spc="-229">
                <a:solidFill>
                  <a:srgbClr val="A89E8C"/>
                </a:solidFill>
                <a:latin typeface="Arial"/>
                <a:cs typeface="Arial"/>
              </a:rPr>
              <a:t>,</a:t>
            </a:r>
            <a:endParaRPr sz="1700">
              <a:latin typeface="Arial"/>
              <a:cs typeface="Arial"/>
            </a:endParaRPr>
          </a:p>
        </p:txBody>
      </p:sp>
      <p:sp>
        <p:nvSpPr>
          <p:cNvPr id="461" name="object 461"/>
          <p:cNvSpPr/>
          <p:nvPr/>
        </p:nvSpPr>
        <p:spPr>
          <a:xfrm>
            <a:off x="9839117" y="3889898"/>
            <a:ext cx="203835" cy="139700"/>
          </a:xfrm>
          <a:custGeom>
            <a:avLst/>
            <a:gdLst/>
            <a:ahLst/>
            <a:cxnLst/>
            <a:rect l="l" t="t" r="r" b="b"/>
            <a:pathLst>
              <a:path w="203834" h="139700">
                <a:moveTo>
                  <a:pt x="203790" y="139330"/>
                </a:moveTo>
                <a:lnTo>
                  <a:pt x="0" y="139330"/>
                </a:lnTo>
                <a:lnTo>
                  <a:pt x="0" y="0"/>
                </a:lnTo>
                <a:lnTo>
                  <a:pt x="203790" y="0"/>
                </a:lnTo>
                <a:lnTo>
                  <a:pt x="203790" y="139330"/>
                </a:lnTo>
                <a:close/>
              </a:path>
            </a:pathLst>
          </a:custGeom>
          <a:solidFill>
            <a:srgbClr val="DBD1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2" name="object 462"/>
          <p:cNvSpPr txBox="1"/>
          <p:nvPr/>
        </p:nvSpPr>
        <p:spPr>
          <a:xfrm>
            <a:off x="7656771" y="3734427"/>
            <a:ext cx="2369185" cy="3244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84785" algn="l"/>
                <a:tab pos="742950" algn="l"/>
                <a:tab pos="1240790" algn="l"/>
                <a:tab pos="1445895" algn="l"/>
                <a:tab pos="1795145" algn="l"/>
                <a:tab pos="2307590" algn="l"/>
              </a:tabLst>
            </a:pPr>
            <a:r>
              <a:rPr dirty="0" sz="1900" spc="-50">
                <a:solidFill>
                  <a:srgbClr val="A89E8C"/>
                </a:solidFill>
                <a:latin typeface="Arial"/>
                <a:cs typeface="Arial"/>
              </a:rPr>
              <a:t>'</a:t>
            </a:r>
            <a:r>
              <a:rPr dirty="0" sz="1900">
                <a:solidFill>
                  <a:srgbClr val="A89E8C"/>
                </a:solidFill>
                <a:latin typeface="Arial"/>
                <a:cs typeface="Arial"/>
              </a:rPr>
              <a:t>	</a:t>
            </a:r>
            <a:r>
              <a:rPr dirty="0" sz="1900" spc="-25" b="1">
                <a:solidFill>
                  <a:srgbClr val="A89E8C"/>
                </a:solidFill>
                <a:latin typeface="Arial"/>
                <a:cs typeface="Arial"/>
              </a:rPr>
              <a:t>I</a:t>
            </a:r>
            <a:r>
              <a:rPr dirty="0" sz="1900" spc="-25" b="1">
                <a:solidFill>
                  <a:srgbClr val="8C725B"/>
                </a:solidFill>
                <a:latin typeface="Arial"/>
                <a:cs typeface="Arial"/>
              </a:rPr>
              <a:t>V</a:t>
            </a:r>
            <a:r>
              <a:rPr dirty="0" sz="800" spc="-25">
                <a:solidFill>
                  <a:srgbClr val="A0856B"/>
                </a:solidFill>
                <a:latin typeface="Arial"/>
                <a:cs typeface="Arial"/>
              </a:rPr>
              <a:t>I</a:t>
            </a:r>
            <a:r>
              <a:rPr dirty="0" sz="800">
                <a:solidFill>
                  <a:srgbClr val="A0856B"/>
                </a:solidFill>
                <a:latin typeface="Arial"/>
                <a:cs typeface="Arial"/>
              </a:rPr>
              <a:t>	</a:t>
            </a:r>
            <a:r>
              <a:rPr dirty="0" sz="1900">
                <a:solidFill>
                  <a:srgbClr val="44759A"/>
                </a:solidFill>
                <a:latin typeface="Times New Roman"/>
                <a:cs typeface="Times New Roman"/>
              </a:rPr>
              <a:t>I</a:t>
            </a:r>
            <a:r>
              <a:rPr dirty="0" sz="1900" spc="220">
                <a:solidFill>
                  <a:srgbClr val="44759A"/>
                </a:solidFill>
                <a:latin typeface="Times New Roman"/>
                <a:cs typeface="Times New Roman"/>
              </a:rPr>
              <a:t> </a:t>
            </a:r>
            <a:r>
              <a:rPr dirty="0" sz="1950" spc="-455">
                <a:solidFill>
                  <a:srgbClr val="A0856B"/>
                </a:solidFill>
                <a:latin typeface="Arial"/>
                <a:cs typeface="Arial"/>
              </a:rPr>
              <a:t>V</a:t>
            </a:r>
            <a:r>
              <a:rPr dirty="0" sz="1950">
                <a:solidFill>
                  <a:srgbClr val="A0856B"/>
                </a:solidFill>
                <a:latin typeface="Arial"/>
                <a:cs typeface="Arial"/>
              </a:rPr>
              <a:t>	</a:t>
            </a:r>
            <a:r>
              <a:rPr dirty="0" sz="1650" spc="-50">
                <a:solidFill>
                  <a:srgbClr val="A89E8C"/>
                </a:solidFill>
                <a:latin typeface="Times New Roman"/>
                <a:cs typeface="Times New Roman"/>
              </a:rPr>
              <a:t>I</a:t>
            </a:r>
            <a:r>
              <a:rPr dirty="0" sz="1650">
                <a:solidFill>
                  <a:srgbClr val="A89E8C"/>
                </a:solidFill>
                <a:latin typeface="Times New Roman"/>
                <a:cs typeface="Times New Roman"/>
              </a:rPr>
              <a:t>	</a:t>
            </a:r>
            <a:r>
              <a:rPr dirty="0" sz="1950" spc="-475">
                <a:solidFill>
                  <a:srgbClr val="A89E8C"/>
                </a:solidFill>
                <a:latin typeface="Arial"/>
                <a:cs typeface="Arial"/>
              </a:rPr>
              <a:t>I</a:t>
            </a:r>
            <a:r>
              <a:rPr dirty="0" sz="1950">
                <a:solidFill>
                  <a:srgbClr val="A89E8C"/>
                </a:solidFill>
                <a:latin typeface="Arial"/>
                <a:cs typeface="Arial"/>
              </a:rPr>
              <a:t>	</a:t>
            </a:r>
            <a:r>
              <a:rPr dirty="0" sz="1950" spc="265">
                <a:solidFill>
                  <a:srgbClr val="A89E8C"/>
                </a:solidFill>
                <a:latin typeface="Arial"/>
                <a:cs typeface="Arial"/>
              </a:rPr>
              <a:t>'lll</a:t>
            </a:r>
            <a:r>
              <a:rPr dirty="0" sz="1950">
                <a:solidFill>
                  <a:srgbClr val="A89E8C"/>
                </a:solidFill>
                <a:latin typeface="Arial"/>
                <a:cs typeface="Arial"/>
              </a:rPr>
              <a:t>	</a:t>
            </a:r>
            <a:r>
              <a:rPr dirty="0" sz="800" spc="100">
                <a:solidFill>
                  <a:srgbClr val="B8AFA1"/>
                </a:solidFill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463" name="object 463"/>
          <p:cNvSpPr txBox="1"/>
          <p:nvPr/>
        </p:nvSpPr>
        <p:spPr>
          <a:xfrm>
            <a:off x="9839116" y="3903612"/>
            <a:ext cx="125730" cy="1143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90"/>
              </a:lnSpc>
            </a:pPr>
            <a:r>
              <a:rPr dirty="0" sz="800" spc="175">
                <a:solidFill>
                  <a:srgbClr val="B8AFA1"/>
                </a:solidFill>
                <a:latin typeface="Arial"/>
                <a:cs typeface="Arial"/>
              </a:rPr>
              <a:t>lJ</a:t>
            </a:r>
            <a:endParaRPr sz="800">
              <a:latin typeface="Arial"/>
              <a:cs typeface="Arial"/>
            </a:endParaRPr>
          </a:p>
        </p:txBody>
      </p:sp>
      <p:sp>
        <p:nvSpPr>
          <p:cNvPr id="464" name="object 464"/>
          <p:cNvSpPr txBox="1"/>
          <p:nvPr/>
        </p:nvSpPr>
        <p:spPr>
          <a:xfrm>
            <a:off x="4021792" y="3734428"/>
            <a:ext cx="133350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-33333" sz="1500" spc="-1072">
                <a:solidFill>
                  <a:srgbClr val="A89E8C"/>
                </a:solidFill>
                <a:latin typeface="Arial"/>
                <a:cs typeface="Arial"/>
              </a:rPr>
              <a:t>�</a:t>
            </a:r>
            <a:r>
              <a:rPr dirty="0" sz="1250" spc="-15">
                <a:solidFill>
                  <a:srgbClr val="A89E8C"/>
                </a:solidFill>
                <a:latin typeface="Times New Roman"/>
                <a:cs typeface="Times New Roman"/>
              </a:rPr>
              <a:t>I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465" name="object 465"/>
          <p:cNvSpPr txBox="1"/>
          <p:nvPr/>
        </p:nvSpPr>
        <p:spPr>
          <a:xfrm>
            <a:off x="12441299" y="3632299"/>
            <a:ext cx="654050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452120" algn="l"/>
              </a:tabLst>
            </a:pPr>
            <a:r>
              <a:rPr dirty="0" sz="2100" spc="-110" i="1">
                <a:solidFill>
                  <a:srgbClr val="B8AFA1"/>
                </a:solidFill>
                <a:latin typeface="Arial"/>
                <a:cs typeface="Arial"/>
              </a:rPr>
              <a:t>.-</a:t>
            </a:r>
            <a:r>
              <a:rPr dirty="0" sz="2100" spc="-25" i="1">
                <a:solidFill>
                  <a:srgbClr val="B8AFA1"/>
                </a:solidFill>
                <a:latin typeface="Arial"/>
                <a:cs typeface="Arial"/>
              </a:rPr>
              <a:t>(;</a:t>
            </a:r>
            <a:r>
              <a:rPr dirty="0" sz="2100" i="1">
                <a:solidFill>
                  <a:srgbClr val="B8AFA1"/>
                </a:solidFill>
                <a:latin typeface="Arial"/>
                <a:cs typeface="Arial"/>
              </a:rPr>
              <a:t>	</a:t>
            </a:r>
            <a:r>
              <a:rPr dirty="0" baseline="-14814" sz="3375" spc="719">
                <a:solidFill>
                  <a:srgbClr val="706959"/>
                </a:solidFill>
                <a:latin typeface="Arial"/>
                <a:cs typeface="Arial"/>
              </a:rPr>
              <a:t>-</a:t>
            </a:r>
            <a:endParaRPr baseline="-14814" sz="3375">
              <a:latin typeface="Arial"/>
              <a:cs typeface="Arial"/>
            </a:endParaRPr>
          </a:p>
        </p:txBody>
      </p:sp>
      <p:sp>
        <p:nvSpPr>
          <p:cNvPr id="466" name="object 466"/>
          <p:cNvSpPr/>
          <p:nvPr/>
        </p:nvSpPr>
        <p:spPr>
          <a:xfrm>
            <a:off x="10411305" y="3889898"/>
            <a:ext cx="89535" cy="139700"/>
          </a:xfrm>
          <a:custGeom>
            <a:avLst/>
            <a:gdLst/>
            <a:ahLst/>
            <a:cxnLst/>
            <a:rect l="l" t="t" r="r" b="b"/>
            <a:pathLst>
              <a:path w="89534" h="139700">
                <a:moveTo>
                  <a:pt x="89158" y="139330"/>
                </a:moveTo>
                <a:lnTo>
                  <a:pt x="0" y="139330"/>
                </a:lnTo>
                <a:lnTo>
                  <a:pt x="0" y="0"/>
                </a:lnTo>
                <a:lnTo>
                  <a:pt x="89158" y="0"/>
                </a:lnTo>
                <a:lnTo>
                  <a:pt x="89158" y="139330"/>
                </a:lnTo>
                <a:close/>
              </a:path>
            </a:pathLst>
          </a:custGeom>
          <a:solidFill>
            <a:srgbClr val="EDEB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7" name="object 467"/>
          <p:cNvSpPr txBox="1"/>
          <p:nvPr/>
        </p:nvSpPr>
        <p:spPr>
          <a:xfrm>
            <a:off x="10398604" y="3881238"/>
            <a:ext cx="5905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60">
                <a:solidFill>
                  <a:srgbClr val="B8AFA1"/>
                </a:solidFill>
                <a:latin typeface="Arial"/>
                <a:cs typeface="Arial"/>
              </a:rPr>
              <a:t>'</a:t>
            </a:r>
            <a:endParaRPr sz="800">
              <a:latin typeface="Arial"/>
              <a:cs typeface="Arial"/>
            </a:endParaRPr>
          </a:p>
        </p:txBody>
      </p:sp>
      <p:sp>
        <p:nvSpPr>
          <p:cNvPr id="468" name="object 468"/>
          <p:cNvSpPr txBox="1"/>
          <p:nvPr/>
        </p:nvSpPr>
        <p:spPr>
          <a:xfrm>
            <a:off x="2420192" y="3951452"/>
            <a:ext cx="175895" cy="3549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50" spc="-25">
                <a:solidFill>
                  <a:srgbClr val="A89E8C"/>
                </a:solidFill>
                <a:latin typeface="Arial"/>
                <a:cs typeface="Arial"/>
              </a:rPr>
              <a:t>"'</a:t>
            </a:r>
            <a:endParaRPr sz="2150">
              <a:latin typeface="Arial"/>
              <a:cs typeface="Arial"/>
            </a:endParaRPr>
          </a:p>
        </p:txBody>
      </p:sp>
      <p:sp>
        <p:nvSpPr>
          <p:cNvPr id="469" name="object 469"/>
          <p:cNvSpPr txBox="1"/>
          <p:nvPr/>
        </p:nvSpPr>
        <p:spPr>
          <a:xfrm>
            <a:off x="2629603" y="3708896"/>
            <a:ext cx="324485" cy="4622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dirty="0" baseline="45267" sz="2025">
                <a:solidFill>
                  <a:srgbClr val="8E8E80"/>
                </a:solidFill>
                <a:latin typeface="Times New Roman"/>
                <a:cs typeface="Times New Roman"/>
              </a:rPr>
              <a:t>-</a:t>
            </a:r>
            <a:r>
              <a:rPr dirty="0" baseline="45267" sz="2025" spc="7">
                <a:solidFill>
                  <a:srgbClr val="8E8E80"/>
                </a:solidFill>
                <a:latin typeface="Times New Roman"/>
                <a:cs typeface="Times New Roman"/>
              </a:rPr>
              <a:t> </a:t>
            </a:r>
            <a:r>
              <a:rPr dirty="0" sz="2850" spc="-90">
                <a:solidFill>
                  <a:srgbClr val="8E8E80"/>
                </a:solidFill>
                <a:latin typeface="Arial"/>
                <a:cs typeface="Arial"/>
              </a:rPr>
              <a:t>.,</a:t>
            </a:r>
            <a:endParaRPr sz="2850">
              <a:latin typeface="Arial"/>
              <a:cs typeface="Arial"/>
            </a:endParaRPr>
          </a:p>
        </p:txBody>
      </p:sp>
      <p:sp>
        <p:nvSpPr>
          <p:cNvPr id="470" name="object 470"/>
          <p:cNvSpPr/>
          <p:nvPr/>
        </p:nvSpPr>
        <p:spPr>
          <a:xfrm>
            <a:off x="3905755" y="3911896"/>
            <a:ext cx="237490" cy="261620"/>
          </a:xfrm>
          <a:custGeom>
            <a:avLst/>
            <a:gdLst/>
            <a:ahLst/>
            <a:cxnLst/>
            <a:rect l="l" t="t" r="r" b="b"/>
            <a:pathLst>
              <a:path w="237489" h="261620">
                <a:moveTo>
                  <a:pt x="237204" y="261244"/>
                </a:moveTo>
                <a:lnTo>
                  <a:pt x="0" y="261244"/>
                </a:lnTo>
                <a:lnTo>
                  <a:pt x="0" y="0"/>
                </a:lnTo>
                <a:lnTo>
                  <a:pt x="237204" y="0"/>
                </a:lnTo>
                <a:lnTo>
                  <a:pt x="237204" y="261244"/>
                </a:lnTo>
                <a:close/>
              </a:path>
            </a:pathLst>
          </a:custGeom>
          <a:solidFill>
            <a:srgbClr val="EDEB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1" name="object 471"/>
          <p:cNvSpPr txBox="1"/>
          <p:nvPr/>
        </p:nvSpPr>
        <p:spPr>
          <a:xfrm>
            <a:off x="3770483" y="3906771"/>
            <a:ext cx="393065" cy="25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00" spc="459">
                <a:solidFill>
                  <a:srgbClr val="8E8E80"/>
                </a:solidFill>
                <a:latin typeface="Arial"/>
                <a:cs typeface="Arial"/>
              </a:rPr>
              <a:t>r</a:t>
            </a:r>
            <a:r>
              <a:rPr dirty="0" sz="1500" spc="459">
                <a:solidFill>
                  <a:srgbClr val="B8AFA1"/>
                </a:solidFill>
                <a:latin typeface="Arial"/>
                <a:cs typeface="Arial"/>
              </a:rPr>
              <a:t>-</a:t>
            </a:r>
            <a:r>
              <a:rPr dirty="0" sz="1500" spc="409">
                <a:solidFill>
                  <a:srgbClr val="B8AFA1"/>
                </a:solidFill>
                <a:latin typeface="Arial"/>
                <a:cs typeface="Arial"/>
              </a:rPr>
              <a:t>-</a:t>
            </a:r>
            <a:endParaRPr sz="1500">
              <a:latin typeface="Arial"/>
              <a:cs typeface="Arial"/>
            </a:endParaRPr>
          </a:p>
        </p:txBody>
      </p:sp>
      <p:sp>
        <p:nvSpPr>
          <p:cNvPr id="472" name="object 472"/>
          <p:cNvSpPr txBox="1"/>
          <p:nvPr/>
        </p:nvSpPr>
        <p:spPr>
          <a:xfrm>
            <a:off x="7174717" y="3740811"/>
            <a:ext cx="1368425" cy="6229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900" spc="390">
                <a:solidFill>
                  <a:srgbClr val="2B6EA1"/>
                </a:solidFill>
                <a:latin typeface="Times New Roman"/>
                <a:cs typeface="Times New Roman"/>
              </a:rPr>
              <a:t>+-</a:t>
            </a:r>
            <a:r>
              <a:rPr dirty="0" sz="3900" spc="290">
                <a:solidFill>
                  <a:srgbClr val="2B6EA1"/>
                </a:solidFill>
                <a:latin typeface="Times New Roman"/>
                <a:cs typeface="Times New Roman"/>
              </a:rPr>
              <a:t>-</a:t>
            </a:r>
            <a:r>
              <a:rPr dirty="0" sz="2850" spc="400">
                <a:solidFill>
                  <a:srgbClr val="2B6EA1"/>
                </a:solidFill>
                <a:latin typeface="Arial"/>
                <a:cs typeface="Arial"/>
              </a:rPr>
              <a:t>►•</a:t>
            </a:r>
            <a:endParaRPr sz="2850">
              <a:latin typeface="Arial"/>
              <a:cs typeface="Arial"/>
            </a:endParaRPr>
          </a:p>
        </p:txBody>
      </p:sp>
      <p:sp>
        <p:nvSpPr>
          <p:cNvPr id="473" name="object 473"/>
          <p:cNvSpPr/>
          <p:nvPr/>
        </p:nvSpPr>
        <p:spPr>
          <a:xfrm>
            <a:off x="10300569" y="3873165"/>
            <a:ext cx="13335" cy="496570"/>
          </a:xfrm>
          <a:custGeom>
            <a:avLst/>
            <a:gdLst/>
            <a:ahLst/>
            <a:cxnLst/>
            <a:rect l="l" t="t" r="r" b="b"/>
            <a:pathLst>
              <a:path w="13334" h="496570">
                <a:moveTo>
                  <a:pt x="12736" y="496364"/>
                </a:moveTo>
                <a:lnTo>
                  <a:pt x="0" y="496364"/>
                </a:lnTo>
                <a:lnTo>
                  <a:pt x="0" y="0"/>
                </a:lnTo>
                <a:lnTo>
                  <a:pt x="12736" y="0"/>
                </a:lnTo>
                <a:lnTo>
                  <a:pt x="12736" y="496364"/>
                </a:lnTo>
                <a:close/>
              </a:path>
            </a:pathLst>
          </a:custGeom>
          <a:solidFill>
            <a:srgbClr val="DBD1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4" name="object 474"/>
          <p:cNvSpPr/>
          <p:nvPr/>
        </p:nvSpPr>
        <p:spPr>
          <a:xfrm>
            <a:off x="10459812" y="3873165"/>
            <a:ext cx="38735" cy="496570"/>
          </a:xfrm>
          <a:custGeom>
            <a:avLst/>
            <a:gdLst/>
            <a:ahLst/>
            <a:cxnLst/>
            <a:rect l="l" t="t" r="r" b="b"/>
            <a:pathLst>
              <a:path w="38734" h="496570">
                <a:moveTo>
                  <a:pt x="38210" y="496364"/>
                </a:moveTo>
                <a:lnTo>
                  <a:pt x="0" y="496364"/>
                </a:lnTo>
                <a:lnTo>
                  <a:pt x="0" y="0"/>
                </a:lnTo>
                <a:lnTo>
                  <a:pt x="38210" y="0"/>
                </a:lnTo>
                <a:lnTo>
                  <a:pt x="38210" y="496364"/>
                </a:lnTo>
                <a:close/>
              </a:path>
            </a:pathLst>
          </a:custGeom>
          <a:solidFill>
            <a:srgbClr val="EDEB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5" name="object 475"/>
          <p:cNvSpPr txBox="1"/>
          <p:nvPr/>
        </p:nvSpPr>
        <p:spPr>
          <a:xfrm>
            <a:off x="10287868" y="3874855"/>
            <a:ext cx="249554" cy="4622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850" spc="-30">
                <a:solidFill>
                  <a:srgbClr val="C6C1B5"/>
                </a:solidFill>
                <a:latin typeface="Arial"/>
                <a:cs typeface="Arial"/>
              </a:rPr>
              <a:t>'</a:t>
            </a:r>
            <a:r>
              <a:rPr dirty="0" sz="2850" spc="-30">
                <a:solidFill>
                  <a:srgbClr val="A89E8C"/>
                </a:solidFill>
                <a:latin typeface="Arial"/>
                <a:cs typeface="Arial"/>
              </a:rPr>
              <a:t>I</a:t>
            </a:r>
            <a:r>
              <a:rPr dirty="0" sz="2850" spc="-30">
                <a:solidFill>
                  <a:srgbClr val="C6C1B5"/>
                </a:solidFill>
                <a:latin typeface="Arial"/>
                <a:cs typeface="Arial"/>
              </a:rPr>
              <a:t>'</a:t>
            </a:r>
            <a:endParaRPr sz="2850">
              <a:latin typeface="Arial"/>
              <a:cs typeface="Arial"/>
            </a:endParaRPr>
          </a:p>
        </p:txBody>
      </p:sp>
      <p:sp>
        <p:nvSpPr>
          <p:cNvPr id="476" name="object 476"/>
          <p:cNvSpPr txBox="1"/>
          <p:nvPr/>
        </p:nvSpPr>
        <p:spPr>
          <a:xfrm>
            <a:off x="1524391" y="4162094"/>
            <a:ext cx="14414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114">
                <a:solidFill>
                  <a:srgbClr val="8E8E80"/>
                </a:solidFill>
                <a:latin typeface="Arial"/>
                <a:cs typeface="Arial"/>
              </a:rPr>
              <a:t>c�</a:t>
            </a:r>
            <a:endParaRPr sz="800">
              <a:latin typeface="Arial"/>
              <a:cs typeface="Arial"/>
            </a:endParaRPr>
          </a:p>
        </p:txBody>
      </p:sp>
      <p:sp>
        <p:nvSpPr>
          <p:cNvPr id="477" name="object 477"/>
          <p:cNvSpPr txBox="1"/>
          <p:nvPr/>
        </p:nvSpPr>
        <p:spPr>
          <a:xfrm>
            <a:off x="2749358" y="4289755"/>
            <a:ext cx="130810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120">
                <a:solidFill>
                  <a:srgbClr val="8E8E80"/>
                </a:solidFill>
                <a:latin typeface="Arial"/>
                <a:cs typeface="Arial"/>
              </a:rPr>
              <a:t>�</a:t>
            </a:r>
            <a:endParaRPr sz="1000">
              <a:latin typeface="Arial"/>
              <a:cs typeface="Arial"/>
            </a:endParaRPr>
          </a:p>
        </p:txBody>
      </p:sp>
      <p:sp>
        <p:nvSpPr>
          <p:cNvPr id="478" name="object 478"/>
          <p:cNvSpPr txBox="1"/>
          <p:nvPr/>
        </p:nvSpPr>
        <p:spPr>
          <a:xfrm>
            <a:off x="11452086" y="4142944"/>
            <a:ext cx="78105" cy="3244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50" spc="-50">
                <a:solidFill>
                  <a:srgbClr val="A89E8C"/>
                </a:solidFill>
                <a:latin typeface="Arial"/>
                <a:cs typeface="Arial"/>
              </a:rPr>
              <a:t>'</a:t>
            </a:r>
            <a:endParaRPr sz="1950">
              <a:latin typeface="Arial"/>
              <a:cs typeface="Arial"/>
            </a:endParaRPr>
          </a:p>
        </p:txBody>
      </p:sp>
      <p:sp>
        <p:nvSpPr>
          <p:cNvPr id="479" name="object 479"/>
          <p:cNvSpPr/>
          <p:nvPr/>
        </p:nvSpPr>
        <p:spPr>
          <a:xfrm>
            <a:off x="12097685" y="4044679"/>
            <a:ext cx="327025" cy="304800"/>
          </a:xfrm>
          <a:custGeom>
            <a:avLst/>
            <a:gdLst/>
            <a:ahLst/>
            <a:cxnLst/>
            <a:rect l="l" t="t" r="r" b="b"/>
            <a:pathLst>
              <a:path w="327025" h="304800">
                <a:moveTo>
                  <a:pt x="326638" y="304785"/>
                </a:moveTo>
                <a:lnTo>
                  <a:pt x="0" y="304785"/>
                </a:lnTo>
                <a:lnTo>
                  <a:pt x="0" y="0"/>
                </a:lnTo>
                <a:lnTo>
                  <a:pt x="326638" y="0"/>
                </a:lnTo>
                <a:lnTo>
                  <a:pt x="326638" y="304785"/>
                </a:lnTo>
                <a:close/>
              </a:path>
            </a:pathLst>
          </a:custGeom>
          <a:solidFill>
            <a:srgbClr val="C8BD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0" name="object 480"/>
          <p:cNvSpPr/>
          <p:nvPr/>
        </p:nvSpPr>
        <p:spPr>
          <a:xfrm>
            <a:off x="12475271" y="4044679"/>
            <a:ext cx="89535" cy="304800"/>
          </a:xfrm>
          <a:custGeom>
            <a:avLst/>
            <a:gdLst/>
            <a:ahLst/>
            <a:cxnLst/>
            <a:rect l="l" t="t" r="r" b="b"/>
            <a:pathLst>
              <a:path w="89534" h="304800">
                <a:moveTo>
                  <a:pt x="89158" y="304785"/>
                </a:moveTo>
                <a:lnTo>
                  <a:pt x="0" y="304785"/>
                </a:lnTo>
                <a:lnTo>
                  <a:pt x="0" y="0"/>
                </a:lnTo>
                <a:lnTo>
                  <a:pt x="89158" y="0"/>
                </a:lnTo>
                <a:lnTo>
                  <a:pt x="89158" y="304785"/>
                </a:lnTo>
                <a:close/>
              </a:path>
            </a:pathLst>
          </a:custGeom>
          <a:solidFill>
            <a:srgbClr val="DBD1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1" name="object 481"/>
          <p:cNvSpPr txBox="1"/>
          <p:nvPr/>
        </p:nvSpPr>
        <p:spPr>
          <a:xfrm>
            <a:off x="11921410" y="4040815"/>
            <a:ext cx="622300" cy="2940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750" spc="-220">
                <a:solidFill>
                  <a:srgbClr val="A89E8C"/>
                </a:solidFill>
                <a:latin typeface="Arial"/>
                <a:cs typeface="Arial"/>
              </a:rPr>
              <a:t>·1</a:t>
            </a:r>
            <a:r>
              <a:rPr dirty="0" sz="1750" spc="-220">
                <a:solidFill>
                  <a:srgbClr val="B8AFA1"/>
                </a:solidFill>
                <a:latin typeface="Arial"/>
                <a:cs typeface="Arial"/>
              </a:rPr>
              <a:t>�:</a:t>
            </a:r>
            <a:r>
              <a:rPr dirty="0" sz="1750" spc="-70">
                <a:solidFill>
                  <a:srgbClr val="B8AFA1"/>
                </a:solidFill>
                <a:latin typeface="Arial"/>
                <a:cs typeface="Arial"/>
              </a:rPr>
              <a:t> </a:t>
            </a:r>
            <a:r>
              <a:rPr dirty="0" sz="1750">
                <a:solidFill>
                  <a:srgbClr val="B8AFA1"/>
                </a:solidFill>
                <a:latin typeface="Arial"/>
                <a:cs typeface="Arial"/>
              </a:rPr>
              <a:t>-</a:t>
            </a:r>
            <a:r>
              <a:rPr dirty="0" sz="1750" spc="150">
                <a:solidFill>
                  <a:srgbClr val="B8AFA1"/>
                </a:solidFill>
                <a:latin typeface="Arial"/>
                <a:cs typeface="Arial"/>
              </a:rPr>
              <a:t> </a:t>
            </a:r>
            <a:r>
              <a:rPr dirty="0" sz="1750" spc="-475">
                <a:solidFill>
                  <a:srgbClr val="B8AFA1"/>
                </a:solidFill>
                <a:latin typeface="Arial"/>
                <a:cs typeface="Arial"/>
              </a:rPr>
              <a:t>-</a:t>
            </a:r>
            <a:endParaRPr sz="1750">
              <a:latin typeface="Arial"/>
              <a:cs typeface="Arial"/>
            </a:endParaRPr>
          </a:p>
        </p:txBody>
      </p:sp>
      <p:sp>
        <p:nvSpPr>
          <p:cNvPr id="482" name="object 482"/>
          <p:cNvSpPr txBox="1"/>
          <p:nvPr/>
        </p:nvSpPr>
        <p:spPr>
          <a:xfrm>
            <a:off x="3774016" y="4117413"/>
            <a:ext cx="54610" cy="229870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12700" marR="5080">
              <a:lnSpc>
                <a:spcPct val="78200"/>
              </a:lnSpc>
              <a:spcBef>
                <a:spcPts val="300"/>
              </a:spcBef>
            </a:pPr>
            <a:r>
              <a:rPr dirty="0" sz="750" spc="-50">
                <a:solidFill>
                  <a:srgbClr val="8E8E80"/>
                </a:solidFill>
                <a:latin typeface="Arial"/>
                <a:cs typeface="Arial"/>
              </a:rPr>
              <a:t>I</a:t>
            </a:r>
            <a:r>
              <a:rPr dirty="0" sz="750" spc="500">
                <a:solidFill>
                  <a:srgbClr val="8E8E80"/>
                </a:solidFill>
                <a:latin typeface="Arial"/>
                <a:cs typeface="Arial"/>
              </a:rPr>
              <a:t> </a:t>
            </a:r>
            <a:r>
              <a:rPr dirty="0" sz="750" spc="-50">
                <a:solidFill>
                  <a:srgbClr val="8E8E80"/>
                </a:solidFill>
                <a:latin typeface="Arial"/>
                <a:cs typeface="Arial"/>
              </a:rPr>
              <a:t>I</a:t>
            </a:r>
            <a:endParaRPr sz="750">
              <a:latin typeface="Arial"/>
              <a:cs typeface="Arial"/>
            </a:endParaRPr>
          </a:p>
        </p:txBody>
      </p:sp>
      <p:sp>
        <p:nvSpPr>
          <p:cNvPr id="483" name="object 483"/>
          <p:cNvSpPr txBox="1"/>
          <p:nvPr/>
        </p:nvSpPr>
        <p:spPr>
          <a:xfrm>
            <a:off x="6663476" y="4053582"/>
            <a:ext cx="90805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130">
                <a:solidFill>
                  <a:srgbClr val="A89E8C"/>
                </a:solidFill>
                <a:latin typeface="Times New Roman"/>
                <a:cs typeface="Times New Roman"/>
              </a:rPr>
              <a:t>-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484" name="object 484"/>
          <p:cNvSpPr txBox="1"/>
          <p:nvPr/>
        </p:nvSpPr>
        <p:spPr>
          <a:xfrm>
            <a:off x="7572134" y="4251457"/>
            <a:ext cx="340995" cy="6997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400" spc="-1864">
                <a:solidFill>
                  <a:srgbClr val="706959"/>
                </a:solidFill>
                <a:latin typeface="Arial"/>
                <a:cs typeface="Arial"/>
              </a:rPr>
              <a:t>�</a:t>
            </a:r>
            <a:endParaRPr sz="4400">
              <a:latin typeface="Arial"/>
              <a:cs typeface="Arial"/>
            </a:endParaRPr>
          </a:p>
        </p:txBody>
      </p:sp>
      <p:sp>
        <p:nvSpPr>
          <p:cNvPr id="485" name="object 485"/>
          <p:cNvSpPr/>
          <p:nvPr/>
        </p:nvSpPr>
        <p:spPr>
          <a:xfrm>
            <a:off x="8633889" y="3900969"/>
            <a:ext cx="38735" cy="804545"/>
          </a:xfrm>
          <a:custGeom>
            <a:avLst/>
            <a:gdLst/>
            <a:ahLst/>
            <a:cxnLst/>
            <a:rect l="l" t="t" r="r" b="b"/>
            <a:pathLst>
              <a:path w="38734" h="804545">
                <a:moveTo>
                  <a:pt x="38210" y="804441"/>
                </a:moveTo>
                <a:lnTo>
                  <a:pt x="0" y="804441"/>
                </a:lnTo>
                <a:lnTo>
                  <a:pt x="0" y="0"/>
                </a:lnTo>
                <a:lnTo>
                  <a:pt x="38210" y="0"/>
                </a:lnTo>
                <a:lnTo>
                  <a:pt x="38210" y="804441"/>
                </a:lnTo>
                <a:close/>
              </a:path>
            </a:pathLst>
          </a:custGeom>
          <a:solidFill>
            <a:srgbClr val="DBD1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6" name="object 486"/>
          <p:cNvSpPr/>
          <p:nvPr/>
        </p:nvSpPr>
        <p:spPr>
          <a:xfrm>
            <a:off x="9845551" y="3900969"/>
            <a:ext cx="149225" cy="804545"/>
          </a:xfrm>
          <a:custGeom>
            <a:avLst/>
            <a:gdLst/>
            <a:ahLst/>
            <a:cxnLst/>
            <a:rect l="l" t="t" r="r" b="b"/>
            <a:pathLst>
              <a:path w="149225" h="804545">
                <a:moveTo>
                  <a:pt x="149049" y="804441"/>
                </a:moveTo>
                <a:lnTo>
                  <a:pt x="0" y="804441"/>
                </a:lnTo>
                <a:lnTo>
                  <a:pt x="0" y="0"/>
                </a:lnTo>
                <a:lnTo>
                  <a:pt x="149049" y="0"/>
                </a:lnTo>
                <a:lnTo>
                  <a:pt x="149049" y="804441"/>
                </a:lnTo>
                <a:close/>
              </a:path>
            </a:pathLst>
          </a:custGeom>
          <a:solidFill>
            <a:srgbClr val="DBD1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7" name="object 487"/>
          <p:cNvSpPr txBox="1"/>
          <p:nvPr/>
        </p:nvSpPr>
        <p:spPr>
          <a:xfrm>
            <a:off x="8324071" y="3919537"/>
            <a:ext cx="1805305" cy="6997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400" spc="-305" b="1">
                <a:solidFill>
                  <a:srgbClr val="2B6EA1"/>
                </a:solidFill>
                <a:latin typeface="Arial"/>
                <a:cs typeface="Arial"/>
              </a:rPr>
              <a:t>-</a:t>
            </a:r>
            <a:r>
              <a:rPr dirty="0" sz="4400" spc="-320" b="1">
                <a:solidFill>
                  <a:srgbClr val="2B6EA1"/>
                </a:solidFill>
                <a:latin typeface="Arial"/>
                <a:cs typeface="Arial"/>
              </a:rPr>
              <a:t>·</a:t>
            </a:r>
            <a:r>
              <a:rPr dirty="0" sz="4400" spc="-320" b="1">
                <a:solidFill>
                  <a:srgbClr val="C6C1B5"/>
                </a:solidFill>
                <a:latin typeface="Arial"/>
                <a:cs typeface="Arial"/>
              </a:rPr>
              <a:t>.</a:t>
            </a:r>
            <a:r>
              <a:rPr dirty="0" sz="4400" spc="-320" b="1">
                <a:solidFill>
                  <a:srgbClr val="807E6E"/>
                </a:solidFill>
                <a:latin typeface="Arial"/>
                <a:cs typeface="Arial"/>
              </a:rPr>
              <a:t>Gil</a:t>
            </a:r>
            <a:r>
              <a:rPr dirty="0" sz="4400" spc="-320" b="1">
                <a:solidFill>
                  <a:srgbClr val="A89E8C"/>
                </a:solidFill>
                <a:latin typeface="Arial"/>
                <a:cs typeface="Arial"/>
              </a:rPr>
              <a:t>.</a:t>
            </a:r>
            <a:r>
              <a:rPr dirty="0" sz="4400" spc="-320" b="1">
                <a:solidFill>
                  <a:srgbClr val="706959"/>
                </a:solidFill>
                <a:latin typeface="Arial"/>
                <a:cs typeface="Arial"/>
              </a:rPr>
              <a:t>,..</a:t>
            </a:r>
            <a:r>
              <a:rPr dirty="0" sz="4400" spc="-320" b="1">
                <a:solidFill>
                  <a:srgbClr val="C6C1B5"/>
                </a:solidFill>
                <a:latin typeface="Arial"/>
                <a:cs typeface="Arial"/>
              </a:rPr>
              <a:t>,·</a:t>
            </a:r>
            <a:endParaRPr sz="4400">
              <a:latin typeface="Arial"/>
              <a:cs typeface="Arial"/>
            </a:endParaRPr>
          </a:p>
        </p:txBody>
      </p:sp>
      <p:sp>
        <p:nvSpPr>
          <p:cNvPr id="488" name="object 488"/>
          <p:cNvSpPr/>
          <p:nvPr/>
        </p:nvSpPr>
        <p:spPr>
          <a:xfrm>
            <a:off x="5151644" y="4236675"/>
            <a:ext cx="38735" cy="287655"/>
          </a:xfrm>
          <a:custGeom>
            <a:avLst/>
            <a:gdLst/>
            <a:ahLst/>
            <a:cxnLst/>
            <a:rect l="l" t="t" r="r" b="b"/>
            <a:pathLst>
              <a:path w="38735" h="287654">
                <a:moveTo>
                  <a:pt x="38210" y="287369"/>
                </a:moveTo>
                <a:lnTo>
                  <a:pt x="0" y="287369"/>
                </a:lnTo>
                <a:lnTo>
                  <a:pt x="0" y="0"/>
                </a:lnTo>
                <a:lnTo>
                  <a:pt x="38210" y="0"/>
                </a:lnTo>
                <a:lnTo>
                  <a:pt x="38210" y="287369"/>
                </a:lnTo>
                <a:close/>
              </a:path>
            </a:pathLst>
          </a:custGeom>
          <a:solidFill>
            <a:srgbClr val="EDEB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9" name="object 489"/>
          <p:cNvSpPr txBox="1"/>
          <p:nvPr/>
        </p:nvSpPr>
        <p:spPr>
          <a:xfrm>
            <a:off x="5997214" y="3881239"/>
            <a:ext cx="662940" cy="7918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000" spc="90">
                <a:solidFill>
                  <a:srgbClr val="2B6EA1"/>
                </a:solidFill>
                <a:latin typeface="Arial"/>
                <a:cs typeface="Arial"/>
              </a:rPr>
              <a:t>,-</a:t>
            </a:r>
            <a:r>
              <a:rPr dirty="0" sz="5000" spc="45">
                <a:solidFill>
                  <a:srgbClr val="2B6EA1"/>
                </a:solidFill>
                <a:latin typeface="Arial"/>
                <a:cs typeface="Arial"/>
              </a:rPr>
              <a:t>-</a:t>
            </a:r>
            <a:endParaRPr sz="5000">
              <a:latin typeface="Arial"/>
              <a:cs typeface="Arial"/>
            </a:endParaRPr>
          </a:p>
        </p:txBody>
      </p:sp>
      <p:sp>
        <p:nvSpPr>
          <p:cNvPr id="490" name="object 490"/>
          <p:cNvSpPr txBox="1"/>
          <p:nvPr/>
        </p:nvSpPr>
        <p:spPr>
          <a:xfrm>
            <a:off x="7155159" y="4308904"/>
            <a:ext cx="68580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50">
                <a:solidFill>
                  <a:srgbClr val="44759A"/>
                </a:solidFill>
                <a:latin typeface="Times New Roman"/>
                <a:cs typeface="Times New Roman"/>
              </a:rPr>
              <a:t>I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491" name="object 491"/>
          <p:cNvSpPr txBox="1"/>
          <p:nvPr/>
        </p:nvSpPr>
        <p:spPr>
          <a:xfrm>
            <a:off x="12574113" y="4257840"/>
            <a:ext cx="301625" cy="3549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150" spc="-25" i="1">
                <a:solidFill>
                  <a:srgbClr val="A89E8C"/>
                </a:solidFill>
                <a:latin typeface="Times New Roman"/>
                <a:cs typeface="Times New Roman"/>
              </a:rPr>
              <a:t>,,),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492" name="object 492"/>
          <p:cNvSpPr txBox="1"/>
          <p:nvPr/>
        </p:nvSpPr>
        <p:spPr>
          <a:xfrm>
            <a:off x="3774016" y="4308904"/>
            <a:ext cx="485140" cy="245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800"/>
              </a:lnSpc>
              <a:spcBef>
                <a:spcPts val="100"/>
              </a:spcBef>
            </a:pPr>
            <a:r>
              <a:rPr dirty="0" sz="750" spc="-50">
                <a:solidFill>
                  <a:srgbClr val="8E8E80"/>
                </a:solidFill>
                <a:latin typeface="Arial"/>
                <a:cs typeface="Arial"/>
              </a:rPr>
              <a:t>I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ts val="919"/>
              </a:lnSpc>
            </a:pPr>
            <a:r>
              <a:rPr dirty="0" sz="850" spc="310" b="1">
                <a:solidFill>
                  <a:srgbClr val="A89E8C"/>
                </a:solidFill>
                <a:latin typeface="Arial"/>
                <a:cs typeface="Arial"/>
              </a:rPr>
              <a:t>L.-</a:t>
            </a:r>
            <a:r>
              <a:rPr dirty="0" sz="850" spc="254" b="1">
                <a:solidFill>
                  <a:srgbClr val="A89E8C"/>
                </a:solidFill>
                <a:latin typeface="Arial"/>
                <a:cs typeface="Arial"/>
              </a:rPr>
              <a:t>--</a:t>
            </a:r>
            <a:r>
              <a:rPr dirty="0" sz="850" spc="204" b="1">
                <a:solidFill>
                  <a:srgbClr val="A89E8C"/>
                </a:solidFill>
                <a:latin typeface="Arial"/>
                <a:cs typeface="Arial"/>
              </a:rPr>
              <a:t>-</a:t>
            </a:r>
            <a:endParaRPr sz="850">
              <a:latin typeface="Arial"/>
              <a:cs typeface="Arial"/>
            </a:endParaRPr>
          </a:p>
        </p:txBody>
      </p:sp>
      <p:sp>
        <p:nvSpPr>
          <p:cNvPr id="493" name="object 493"/>
          <p:cNvSpPr/>
          <p:nvPr/>
        </p:nvSpPr>
        <p:spPr>
          <a:xfrm>
            <a:off x="4971251" y="4522075"/>
            <a:ext cx="38735" cy="130810"/>
          </a:xfrm>
          <a:custGeom>
            <a:avLst/>
            <a:gdLst/>
            <a:ahLst/>
            <a:cxnLst/>
            <a:rect l="l" t="t" r="r" b="b"/>
            <a:pathLst>
              <a:path w="38735" h="130810">
                <a:moveTo>
                  <a:pt x="38210" y="130622"/>
                </a:moveTo>
                <a:lnTo>
                  <a:pt x="0" y="130622"/>
                </a:lnTo>
                <a:lnTo>
                  <a:pt x="0" y="0"/>
                </a:lnTo>
                <a:lnTo>
                  <a:pt x="38210" y="0"/>
                </a:lnTo>
                <a:lnTo>
                  <a:pt x="38210" y="130622"/>
                </a:lnTo>
                <a:close/>
              </a:path>
            </a:pathLst>
          </a:custGeom>
          <a:solidFill>
            <a:srgbClr val="EDEB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4" name="object 494"/>
          <p:cNvSpPr txBox="1"/>
          <p:nvPr/>
        </p:nvSpPr>
        <p:spPr>
          <a:xfrm>
            <a:off x="4958551" y="4513162"/>
            <a:ext cx="76200" cy="14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130">
                <a:solidFill>
                  <a:srgbClr val="B8AFA1"/>
                </a:solidFill>
                <a:latin typeface="Arial"/>
                <a:cs typeface="Arial"/>
              </a:rPr>
              <a:t>I</a:t>
            </a:r>
            <a:endParaRPr sz="750">
              <a:latin typeface="Arial"/>
              <a:cs typeface="Arial"/>
            </a:endParaRPr>
          </a:p>
        </p:txBody>
      </p:sp>
      <p:sp>
        <p:nvSpPr>
          <p:cNvPr id="495" name="object 495"/>
          <p:cNvSpPr txBox="1"/>
          <p:nvPr/>
        </p:nvSpPr>
        <p:spPr>
          <a:xfrm>
            <a:off x="5113544" y="3919537"/>
            <a:ext cx="584835" cy="6540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sz="1650">
                <a:solidFill>
                  <a:srgbClr val="B8AFA1"/>
                </a:solidFill>
                <a:latin typeface="Arial"/>
                <a:cs typeface="Arial"/>
              </a:rPr>
              <a:t>I</a:t>
            </a:r>
            <a:r>
              <a:rPr dirty="0" sz="1650" spc="365">
                <a:solidFill>
                  <a:srgbClr val="B8AFA1"/>
                </a:solidFill>
                <a:latin typeface="Arial"/>
                <a:cs typeface="Arial"/>
              </a:rPr>
              <a:t> </a:t>
            </a:r>
            <a:r>
              <a:rPr dirty="0" baseline="-20325" sz="6150" spc="-1687">
                <a:solidFill>
                  <a:srgbClr val="A0856B"/>
                </a:solidFill>
                <a:latin typeface="Times New Roman"/>
                <a:cs typeface="Times New Roman"/>
              </a:rPr>
              <a:t>-</a:t>
            </a:r>
            <a:r>
              <a:rPr dirty="0" sz="1350" spc="-25">
                <a:solidFill>
                  <a:srgbClr val="A0856B"/>
                </a:solidFill>
                <a:latin typeface="Arial"/>
                <a:cs typeface="Arial"/>
              </a:rPr>
              <a:t>,-</a:t>
            </a:r>
            <a:endParaRPr sz="1350">
              <a:latin typeface="Arial"/>
              <a:cs typeface="Arial"/>
            </a:endParaRPr>
          </a:p>
        </p:txBody>
      </p:sp>
      <p:sp>
        <p:nvSpPr>
          <p:cNvPr id="496" name="object 496"/>
          <p:cNvSpPr txBox="1"/>
          <p:nvPr/>
        </p:nvSpPr>
        <p:spPr>
          <a:xfrm>
            <a:off x="5624114" y="4545078"/>
            <a:ext cx="82550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155">
                <a:latin typeface="Times New Roman"/>
                <a:cs typeface="Times New Roman"/>
              </a:rPr>
              <a:t>-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497" name="object 497"/>
          <p:cNvSpPr txBox="1"/>
          <p:nvPr/>
        </p:nvSpPr>
        <p:spPr>
          <a:xfrm>
            <a:off x="6457046" y="4449332"/>
            <a:ext cx="259715" cy="2787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819">
                <a:solidFill>
                  <a:srgbClr val="A89E8C"/>
                </a:solidFill>
                <a:latin typeface="Arial"/>
                <a:cs typeface="Arial"/>
              </a:rPr>
              <a:t>=</a:t>
            </a:r>
            <a:endParaRPr sz="1650">
              <a:latin typeface="Arial"/>
              <a:cs typeface="Arial"/>
            </a:endParaRPr>
          </a:p>
        </p:txBody>
      </p:sp>
      <p:sp>
        <p:nvSpPr>
          <p:cNvPr id="498" name="object 498"/>
          <p:cNvSpPr txBox="1"/>
          <p:nvPr/>
        </p:nvSpPr>
        <p:spPr>
          <a:xfrm>
            <a:off x="6336470" y="4481986"/>
            <a:ext cx="133350" cy="2355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830"/>
              </a:lnSpc>
            </a:pPr>
            <a:r>
              <a:rPr dirty="0" sz="1650" spc="445">
                <a:solidFill>
                  <a:srgbClr val="A89E8C"/>
                </a:solidFill>
                <a:latin typeface="Arial"/>
                <a:cs typeface="Arial"/>
              </a:rPr>
              <a:t>-</a:t>
            </a:r>
            <a:endParaRPr sz="1650">
              <a:latin typeface="Arial"/>
              <a:cs typeface="Arial"/>
            </a:endParaRPr>
          </a:p>
        </p:txBody>
      </p:sp>
      <p:sp>
        <p:nvSpPr>
          <p:cNvPr id="499" name="object 499"/>
          <p:cNvSpPr txBox="1"/>
          <p:nvPr/>
        </p:nvSpPr>
        <p:spPr>
          <a:xfrm>
            <a:off x="8290748" y="4334436"/>
            <a:ext cx="488315" cy="4622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850" spc="1675">
                <a:solidFill>
                  <a:srgbClr val="2B6EA1"/>
                </a:solidFill>
                <a:latin typeface="Arial"/>
                <a:cs typeface="Arial"/>
              </a:rPr>
              <a:t>Y</a:t>
            </a:r>
            <a:endParaRPr sz="2850">
              <a:latin typeface="Arial"/>
              <a:cs typeface="Arial"/>
            </a:endParaRPr>
          </a:p>
        </p:txBody>
      </p:sp>
      <p:sp>
        <p:nvSpPr>
          <p:cNvPr id="500" name="object 500"/>
          <p:cNvSpPr txBox="1"/>
          <p:nvPr/>
        </p:nvSpPr>
        <p:spPr>
          <a:xfrm>
            <a:off x="10216529" y="4296138"/>
            <a:ext cx="147955" cy="4622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850" spc="-50">
                <a:solidFill>
                  <a:srgbClr val="A0856B"/>
                </a:solidFill>
                <a:latin typeface="Arial"/>
                <a:cs typeface="Arial"/>
              </a:rPr>
              <a:t>-</a:t>
            </a:r>
            <a:endParaRPr sz="2850">
              <a:latin typeface="Arial"/>
              <a:cs typeface="Arial"/>
            </a:endParaRPr>
          </a:p>
        </p:txBody>
      </p:sp>
      <p:sp>
        <p:nvSpPr>
          <p:cNvPr id="501" name="object 501"/>
          <p:cNvSpPr txBox="1"/>
          <p:nvPr/>
        </p:nvSpPr>
        <p:spPr>
          <a:xfrm>
            <a:off x="5289628" y="4653591"/>
            <a:ext cx="456565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58445" algn="l"/>
              </a:tabLst>
            </a:pPr>
            <a:r>
              <a:rPr dirty="0" sz="1100" spc="-25">
                <a:solidFill>
                  <a:srgbClr val="706959"/>
                </a:solidFill>
                <a:latin typeface="Arial"/>
                <a:cs typeface="Arial"/>
              </a:rPr>
              <a:t>l"</a:t>
            </a:r>
            <a:r>
              <a:rPr dirty="0" sz="1100">
                <a:solidFill>
                  <a:srgbClr val="706959"/>
                </a:solidFill>
                <a:latin typeface="Arial"/>
                <a:cs typeface="Arial"/>
              </a:rPr>
              <a:t>	</a:t>
            </a:r>
            <a:r>
              <a:rPr dirty="0" sz="1250" spc="-35">
                <a:solidFill>
                  <a:srgbClr val="A89E8C"/>
                </a:solidFill>
                <a:latin typeface="Arial"/>
                <a:cs typeface="Arial"/>
              </a:rPr>
              <a:t>-</a:t>
            </a:r>
            <a:r>
              <a:rPr dirty="0" sz="1250" spc="-25">
                <a:solidFill>
                  <a:srgbClr val="A89E8C"/>
                </a:solidFill>
                <a:latin typeface="Arial"/>
                <a:cs typeface="Arial"/>
              </a:rPr>
              <a:t>r1</a:t>
            </a:r>
            <a:endParaRPr sz="1250">
              <a:latin typeface="Arial"/>
              <a:cs typeface="Arial"/>
            </a:endParaRPr>
          </a:p>
        </p:txBody>
      </p:sp>
      <p:sp>
        <p:nvSpPr>
          <p:cNvPr id="502" name="object 502"/>
          <p:cNvSpPr/>
          <p:nvPr/>
        </p:nvSpPr>
        <p:spPr>
          <a:xfrm>
            <a:off x="12512705" y="4572634"/>
            <a:ext cx="38735" cy="146685"/>
          </a:xfrm>
          <a:custGeom>
            <a:avLst/>
            <a:gdLst/>
            <a:ahLst/>
            <a:cxnLst/>
            <a:rect l="l" t="t" r="r" b="b"/>
            <a:pathLst>
              <a:path w="38734" h="146685">
                <a:moveTo>
                  <a:pt x="38210" y="146078"/>
                </a:moveTo>
                <a:lnTo>
                  <a:pt x="0" y="146078"/>
                </a:lnTo>
                <a:lnTo>
                  <a:pt x="0" y="0"/>
                </a:lnTo>
                <a:lnTo>
                  <a:pt x="38210" y="0"/>
                </a:lnTo>
                <a:lnTo>
                  <a:pt x="38210" y="146078"/>
                </a:lnTo>
                <a:close/>
              </a:path>
            </a:pathLst>
          </a:custGeom>
          <a:solidFill>
            <a:srgbClr val="DBD1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3" name="object 503"/>
          <p:cNvSpPr txBox="1"/>
          <p:nvPr/>
        </p:nvSpPr>
        <p:spPr>
          <a:xfrm>
            <a:off x="12500004" y="4564227"/>
            <a:ext cx="147320" cy="156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>
                <a:solidFill>
                  <a:srgbClr val="C6C1B5"/>
                </a:solidFill>
                <a:latin typeface="Times New Roman"/>
                <a:cs typeface="Times New Roman"/>
              </a:rPr>
              <a:t>.</a:t>
            </a:r>
            <a:r>
              <a:rPr dirty="0" sz="850" spc="-10">
                <a:solidFill>
                  <a:srgbClr val="A89E8C"/>
                </a:solidFill>
                <a:latin typeface="Times New Roman"/>
                <a:cs typeface="Times New Roman"/>
              </a:rPr>
              <a:t>'\,.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504" name="object 504"/>
          <p:cNvSpPr txBox="1"/>
          <p:nvPr/>
        </p:nvSpPr>
        <p:spPr>
          <a:xfrm>
            <a:off x="7348061" y="4755719"/>
            <a:ext cx="99695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-50">
                <a:solidFill>
                  <a:srgbClr val="A89E8C"/>
                </a:solidFill>
                <a:latin typeface="Arial"/>
                <a:cs typeface="Arial"/>
              </a:rPr>
              <a:t>I</a:t>
            </a:r>
            <a:endParaRPr sz="2250">
              <a:latin typeface="Arial"/>
              <a:cs typeface="Arial"/>
            </a:endParaRPr>
          </a:p>
        </p:txBody>
      </p:sp>
      <p:sp>
        <p:nvSpPr>
          <p:cNvPr id="505" name="object 505"/>
          <p:cNvSpPr txBox="1"/>
          <p:nvPr/>
        </p:nvSpPr>
        <p:spPr>
          <a:xfrm>
            <a:off x="9361586" y="4589759"/>
            <a:ext cx="191770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baseline="14814" sz="3375" spc="-142">
                <a:solidFill>
                  <a:srgbClr val="8C725B"/>
                </a:solidFill>
                <a:latin typeface="Arial"/>
                <a:cs typeface="Arial"/>
              </a:rPr>
              <a:t>'</a:t>
            </a:r>
            <a:r>
              <a:rPr dirty="0" sz="1500" spc="-95">
                <a:solidFill>
                  <a:srgbClr val="8C725B"/>
                </a:solidFill>
                <a:latin typeface="Arial"/>
                <a:cs typeface="Arial"/>
              </a:rPr>
              <a:t>·-</a:t>
            </a:r>
            <a:endParaRPr sz="1500">
              <a:latin typeface="Arial"/>
              <a:cs typeface="Arial"/>
            </a:endParaRPr>
          </a:p>
        </p:txBody>
      </p:sp>
      <p:sp>
        <p:nvSpPr>
          <p:cNvPr id="506" name="object 506"/>
          <p:cNvSpPr txBox="1"/>
          <p:nvPr/>
        </p:nvSpPr>
        <p:spPr>
          <a:xfrm>
            <a:off x="5319311" y="4525929"/>
            <a:ext cx="795655" cy="539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455930" algn="l"/>
              </a:tabLst>
            </a:pPr>
            <a:r>
              <a:rPr dirty="0" sz="3350" spc="-135">
                <a:solidFill>
                  <a:srgbClr val="8E8E80"/>
                </a:solidFill>
                <a:latin typeface="Times New Roman"/>
                <a:cs typeface="Times New Roman"/>
              </a:rPr>
              <a:t>-</a:t>
            </a:r>
            <a:r>
              <a:rPr dirty="0" sz="3350">
                <a:solidFill>
                  <a:srgbClr val="8E8E80"/>
                </a:solidFill>
                <a:latin typeface="Times New Roman"/>
                <a:cs typeface="Times New Roman"/>
              </a:rPr>
              <a:t>	</a:t>
            </a:r>
            <a:r>
              <a:rPr dirty="0" sz="1350" spc="195">
                <a:solidFill>
                  <a:srgbClr val="A89E8C"/>
                </a:solidFill>
                <a:latin typeface="Times New Roman"/>
                <a:cs typeface="Times New Roman"/>
              </a:rPr>
              <a:t>-</a:t>
            </a:r>
            <a:r>
              <a:rPr dirty="0" sz="1350" spc="220">
                <a:solidFill>
                  <a:srgbClr val="A89E8C"/>
                </a:solidFill>
                <a:latin typeface="Times New Roman"/>
                <a:cs typeface="Times New Roman"/>
              </a:rPr>
              <a:t>"-</a:t>
            </a:r>
            <a:r>
              <a:rPr dirty="0" sz="1350" spc="-520">
                <a:solidFill>
                  <a:srgbClr val="44759A"/>
                </a:solidFill>
                <a:latin typeface="Times New Roman"/>
                <a:cs typeface="Times New Roman"/>
              </a:rPr>
              <a:t>"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507" name="object 507"/>
          <p:cNvSpPr/>
          <p:nvPr/>
        </p:nvSpPr>
        <p:spPr>
          <a:xfrm>
            <a:off x="11867243" y="4820888"/>
            <a:ext cx="38735" cy="392430"/>
          </a:xfrm>
          <a:custGeom>
            <a:avLst/>
            <a:gdLst/>
            <a:ahLst/>
            <a:cxnLst/>
            <a:rect l="l" t="t" r="r" b="b"/>
            <a:pathLst>
              <a:path w="38734" h="392429">
                <a:moveTo>
                  <a:pt x="38210" y="391866"/>
                </a:moveTo>
                <a:lnTo>
                  <a:pt x="0" y="391866"/>
                </a:lnTo>
                <a:lnTo>
                  <a:pt x="0" y="0"/>
                </a:lnTo>
                <a:lnTo>
                  <a:pt x="38210" y="0"/>
                </a:lnTo>
                <a:lnTo>
                  <a:pt x="38210" y="391866"/>
                </a:lnTo>
                <a:close/>
              </a:path>
            </a:pathLst>
          </a:custGeom>
          <a:solidFill>
            <a:srgbClr val="DBD1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8" name="object 508"/>
          <p:cNvSpPr txBox="1"/>
          <p:nvPr/>
        </p:nvSpPr>
        <p:spPr>
          <a:xfrm>
            <a:off x="2889954" y="4762103"/>
            <a:ext cx="103505" cy="4394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700" spc="-340">
                <a:solidFill>
                  <a:srgbClr val="807E6E"/>
                </a:solidFill>
                <a:latin typeface="Times New Roman"/>
                <a:cs typeface="Times New Roman"/>
              </a:rPr>
              <a:t>-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509" name="object 509"/>
          <p:cNvSpPr/>
          <p:nvPr/>
        </p:nvSpPr>
        <p:spPr>
          <a:xfrm>
            <a:off x="6346919" y="4449371"/>
            <a:ext cx="89535" cy="1083310"/>
          </a:xfrm>
          <a:custGeom>
            <a:avLst/>
            <a:gdLst/>
            <a:ahLst/>
            <a:cxnLst/>
            <a:rect l="l" t="t" r="r" b="b"/>
            <a:pathLst>
              <a:path w="89535" h="1083310">
                <a:moveTo>
                  <a:pt x="89158" y="1082697"/>
                </a:moveTo>
                <a:lnTo>
                  <a:pt x="0" y="1082697"/>
                </a:lnTo>
                <a:lnTo>
                  <a:pt x="0" y="0"/>
                </a:lnTo>
                <a:lnTo>
                  <a:pt x="89158" y="0"/>
                </a:lnTo>
                <a:lnTo>
                  <a:pt x="89158" y="1082697"/>
                </a:lnTo>
                <a:close/>
              </a:path>
            </a:pathLst>
          </a:custGeom>
          <a:solidFill>
            <a:srgbClr val="EDEB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0" name="object 510"/>
          <p:cNvSpPr txBox="1"/>
          <p:nvPr/>
        </p:nvSpPr>
        <p:spPr>
          <a:xfrm>
            <a:off x="6034883" y="4742953"/>
            <a:ext cx="582295" cy="370205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384175" indent="-371475">
              <a:lnSpc>
                <a:spcPct val="100000"/>
              </a:lnSpc>
              <a:spcBef>
                <a:spcPts val="560"/>
              </a:spcBef>
              <a:buClr>
                <a:srgbClr val="2B6EA1"/>
              </a:buClr>
              <a:buSzPct val="125000"/>
              <a:buFont typeface="Arial"/>
              <a:buChar char="•"/>
              <a:tabLst>
                <a:tab pos="384175" algn="l"/>
              </a:tabLst>
            </a:pPr>
            <a:r>
              <a:rPr dirty="0" sz="1800" spc="-380" i="1">
                <a:latin typeface="Courier New"/>
                <a:cs typeface="Courier New"/>
              </a:rPr>
              <a:t>_</a:t>
            </a:r>
            <a:r>
              <a:rPr dirty="0" sz="1800" spc="-380" i="1">
                <a:solidFill>
                  <a:srgbClr val="A89E8C"/>
                </a:solidFill>
                <a:latin typeface="Courier New"/>
                <a:cs typeface="Courier New"/>
              </a:rPr>
              <a:t>,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11" name="object 511"/>
          <p:cNvSpPr txBox="1"/>
          <p:nvPr/>
        </p:nvSpPr>
        <p:spPr>
          <a:xfrm>
            <a:off x="8308361" y="4908913"/>
            <a:ext cx="705485" cy="4013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-10">
                <a:solidFill>
                  <a:srgbClr val="A0856B"/>
                </a:solidFill>
                <a:latin typeface="Arial"/>
                <a:cs typeface="Arial"/>
              </a:rPr>
              <a:t>-</a:t>
            </a:r>
            <a:r>
              <a:rPr dirty="0" sz="2450" spc="-110">
                <a:solidFill>
                  <a:srgbClr val="8C725B"/>
                </a:solidFill>
                <a:latin typeface="Arial"/>
                <a:cs typeface="Arial"/>
              </a:rPr>
              <a:t>.,</a:t>
            </a:r>
            <a:r>
              <a:rPr dirty="0" sz="2450" spc="-335">
                <a:solidFill>
                  <a:srgbClr val="8C725B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A89E8C"/>
                </a:solidFill>
                <a:latin typeface="Arial"/>
                <a:cs typeface="Arial"/>
              </a:rPr>
              <a:t>.</a:t>
            </a:r>
            <a:r>
              <a:rPr dirty="0" sz="2400">
                <a:solidFill>
                  <a:srgbClr val="8C725B"/>
                </a:solidFill>
                <a:latin typeface="Arial"/>
                <a:cs typeface="Arial"/>
              </a:rPr>
              <a:t>/</a:t>
            </a:r>
            <a:r>
              <a:rPr dirty="0" sz="2400">
                <a:solidFill>
                  <a:srgbClr val="5D4F41"/>
                </a:solidFill>
                <a:latin typeface="Arial"/>
                <a:cs typeface="Arial"/>
              </a:rPr>
              <a:t>'</a:t>
            </a:r>
            <a:r>
              <a:rPr dirty="0" sz="2400" spc="235">
                <a:solidFill>
                  <a:srgbClr val="5D4F41"/>
                </a:solidFill>
                <a:latin typeface="Arial"/>
                <a:cs typeface="Arial"/>
              </a:rPr>
              <a:t> </a:t>
            </a:r>
            <a:r>
              <a:rPr dirty="0" sz="1300" spc="-50" i="1">
                <a:solidFill>
                  <a:srgbClr val="706959"/>
                </a:solidFill>
                <a:latin typeface="Times New Roman"/>
                <a:cs typeface="Times New Roman"/>
              </a:rPr>
              <a:t>)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12" name="object 512"/>
          <p:cNvSpPr txBox="1"/>
          <p:nvPr/>
        </p:nvSpPr>
        <p:spPr>
          <a:xfrm>
            <a:off x="11508734" y="4391885"/>
            <a:ext cx="1166495" cy="8528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038225" algn="l"/>
              </a:tabLst>
            </a:pPr>
            <a:r>
              <a:rPr dirty="0" sz="5400" spc="-50">
                <a:solidFill>
                  <a:srgbClr val="A89E8C"/>
                </a:solidFill>
                <a:latin typeface="Arial"/>
                <a:cs typeface="Arial"/>
              </a:rPr>
              <a:t>'</a:t>
            </a:r>
            <a:r>
              <a:rPr dirty="0" sz="5400">
                <a:solidFill>
                  <a:srgbClr val="A89E8C"/>
                </a:solidFill>
                <a:latin typeface="Arial"/>
                <a:cs typeface="Arial"/>
              </a:rPr>
              <a:t>	</a:t>
            </a:r>
            <a:r>
              <a:rPr dirty="0" sz="2250" spc="-145">
                <a:latin typeface="Arial"/>
                <a:cs typeface="Arial"/>
              </a:rPr>
              <a:t>,</a:t>
            </a:r>
            <a:r>
              <a:rPr dirty="0" sz="2250" spc="-145">
                <a:solidFill>
                  <a:srgbClr val="807E6E"/>
                </a:solidFill>
                <a:latin typeface="Arial"/>
                <a:cs typeface="Arial"/>
              </a:rPr>
              <a:t>,</a:t>
            </a:r>
            <a:endParaRPr sz="2250">
              <a:latin typeface="Arial"/>
              <a:cs typeface="Arial"/>
            </a:endParaRPr>
          </a:p>
        </p:txBody>
      </p:sp>
      <p:sp>
        <p:nvSpPr>
          <p:cNvPr id="513" name="object 513"/>
          <p:cNvSpPr txBox="1"/>
          <p:nvPr/>
        </p:nvSpPr>
        <p:spPr>
          <a:xfrm>
            <a:off x="5302521" y="4908913"/>
            <a:ext cx="302895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2250" spc="-210">
                <a:solidFill>
                  <a:srgbClr val="8E8E80"/>
                </a:solidFill>
                <a:latin typeface="Arial"/>
                <a:cs typeface="Arial"/>
              </a:rPr>
              <a:t>-</a:t>
            </a:r>
            <a:r>
              <a:rPr dirty="0" sz="2250" spc="25">
                <a:solidFill>
                  <a:srgbClr val="8E8E80"/>
                </a:solidFill>
                <a:latin typeface="Arial"/>
                <a:cs typeface="Arial"/>
              </a:rPr>
              <a:t> </a:t>
            </a:r>
            <a:r>
              <a:rPr dirty="0" baseline="-8547" sz="2925" spc="-75">
                <a:solidFill>
                  <a:srgbClr val="8E8E80"/>
                </a:solidFill>
                <a:latin typeface="Arial"/>
                <a:cs typeface="Arial"/>
              </a:rPr>
              <a:t>.</a:t>
            </a:r>
            <a:endParaRPr baseline="-8547" sz="2925">
              <a:latin typeface="Arial"/>
              <a:cs typeface="Arial"/>
            </a:endParaRPr>
          </a:p>
        </p:txBody>
      </p:sp>
      <p:sp>
        <p:nvSpPr>
          <p:cNvPr id="514" name="object 514"/>
          <p:cNvSpPr txBox="1"/>
          <p:nvPr/>
        </p:nvSpPr>
        <p:spPr>
          <a:xfrm>
            <a:off x="5852995" y="4468482"/>
            <a:ext cx="1725930" cy="990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670050" algn="l"/>
              </a:tabLst>
            </a:pPr>
            <a:r>
              <a:rPr dirty="0" sz="6300" spc="-1415">
                <a:solidFill>
                  <a:srgbClr val="A89E8C"/>
                </a:solidFill>
                <a:latin typeface="Times New Roman"/>
                <a:cs typeface="Times New Roman"/>
              </a:rPr>
              <a:t>.</a:t>
            </a:r>
            <a:r>
              <a:rPr dirty="0" sz="6300" spc="-1415">
                <a:solidFill>
                  <a:srgbClr val="44759A"/>
                </a:solidFill>
                <a:latin typeface="Times New Roman"/>
                <a:cs typeface="Times New Roman"/>
              </a:rPr>
              <a:t>�</a:t>
            </a:r>
            <a:r>
              <a:rPr dirty="0" sz="6300" spc="-1415">
                <a:solidFill>
                  <a:srgbClr val="B8AFA1"/>
                </a:solidFill>
                <a:latin typeface="Times New Roman"/>
                <a:cs typeface="Times New Roman"/>
              </a:rPr>
              <a:t>-</a:t>
            </a:r>
            <a:r>
              <a:rPr dirty="0" sz="6300">
                <a:solidFill>
                  <a:srgbClr val="B8AFA1"/>
                </a:solidFill>
                <a:latin typeface="Times New Roman"/>
                <a:cs typeface="Times New Roman"/>
              </a:rPr>
              <a:t>	</a:t>
            </a:r>
            <a:r>
              <a:rPr dirty="0" sz="1950" spc="-155">
                <a:solidFill>
                  <a:srgbClr val="A89E8C"/>
                </a:solidFill>
                <a:latin typeface="Arial"/>
                <a:cs typeface="Arial"/>
              </a:rPr>
              <a:t>,</a:t>
            </a:r>
            <a:endParaRPr sz="1950">
              <a:latin typeface="Arial"/>
              <a:cs typeface="Arial"/>
            </a:endParaRPr>
          </a:p>
        </p:txBody>
      </p:sp>
      <p:sp>
        <p:nvSpPr>
          <p:cNvPr id="515" name="object 515"/>
          <p:cNvSpPr txBox="1"/>
          <p:nvPr/>
        </p:nvSpPr>
        <p:spPr>
          <a:xfrm>
            <a:off x="7740218" y="4883381"/>
            <a:ext cx="201930" cy="3244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baseline="-31339" sz="2925" spc="-37">
                <a:solidFill>
                  <a:srgbClr val="A89E8C"/>
                </a:solidFill>
                <a:latin typeface="Arial"/>
                <a:cs typeface="Arial"/>
              </a:rPr>
              <a:t>I</a:t>
            </a:r>
            <a:r>
              <a:rPr dirty="0" sz="1200" spc="-25">
                <a:solidFill>
                  <a:srgbClr val="706959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516" name="object 516"/>
          <p:cNvSpPr txBox="1"/>
          <p:nvPr/>
        </p:nvSpPr>
        <p:spPr>
          <a:xfrm>
            <a:off x="1209712" y="5074873"/>
            <a:ext cx="126364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50" spc="-110">
                <a:solidFill>
                  <a:srgbClr val="8E8E80"/>
                </a:solidFill>
                <a:latin typeface="Arial"/>
                <a:cs typeface="Arial"/>
              </a:rPr>
              <a:t>11</a:t>
            </a:r>
            <a:endParaRPr sz="950">
              <a:latin typeface="Arial"/>
              <a:cs typeface="Arial"/>
            </a:endParaRPr>
          </a:p>
        </p:txBody>
      </p:sp>
      <p:sp>
        <p:nvSpPr>
          <p:cNvPr id="517" name="object 517"/>
          <p:cNvSpPr/>
          <p:nvPr/>
        </p:nvSpPr>
        <p:spPr>
          <a:xfrm>
            <a:off x="11947071" y="5025147"/>
            <a:ext cx="38735" cy="392430"/>
          </a:xfrm>
          <a:custGeom>
            <a:avLst/>
            <a:gdLst/>
            <a:ahLst/>
            <a:cxnLst/>
            <a:rect l="l" t="t" r="r" b="b"/>
            <a:pathLst>
              <a:path w="38734" h="392429">
                <a:moveTo>
                  <a:pt x="38210" y="391866"/>
                </a:moveTo>
                <a:lnTo>
                  <a:pt x="0" y="391866"/>
                </a:lnTo>
                <a:lnTo>
                  <a:pt x="0" y="0"/>
                </a:lnTo>
                <a:lnTo>
                  <a:pt x="38210" y="0"/>
                </a:lnTo>
                <a:lnTo>
                  <a:pt x="38210" y="391866"/>
                </a:lnTo>
                <a:close/>
              </a:path>
            </a:pathLst>
          </a:custGeom>
          <a:solidFill>
            <a:srgbClr val="EDEB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8" name="object 518"/>
          <p:cNvSpPr txBox="1"/>
          <p:nvPr/>
        </p:nvSpPr>
        <p:spPr>
          <a:xfrm>
            <a:off x="11743390" y="4819551"/>
            <a:ext cx="257810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2250" spc="50">
                <a:solidFill>
                  <a:srgbClr val="A89E8C"/>
                </a:solidFill>
                <a:latin typeface="Arial"/>
                <a:cs typeface="Arial"/>
              </a:rPr>
              <a:t>'</a:t>
            </a:r>
            <a:r>
              <a:rPr dirty="0" sz="2250" spc="50">
                <a:solidFill>
                  <a:srgbClr val="C6C1B5"/>
                </a:solidFill>
                <a:latin typeface="Arial"/>
                <a:cs typeface="Arial"/>
              </a:rPr>
              <a:t>'</a:t>
            </a:r>
            <a:r>
              <a:rPr dirty="0" sz="2250" spc="-285">
                <a:solidFill>
                  <a:srgbClr val="C6C1B5"/>
                </a:solidFill>
                <a:latin typeface="Arial"/>
                <a:cs typeface="Arial"/>
              </a:rPr>
              <a:t> </a:t>
            </a:r>
            <a:r>
              <a:rPr dirty="0" baseline="-39506" sz="3375" spc="-547">
                <a:solidFill>
                  <a:srgbClr val="C6C1B5"/>
                </a:solidFill>
                <a:latin typeface="Arial"/>
                <a:cs typeface="Arial"/>
              </a:rPr>
              <a:t>'</a:t>
            </a:r>
            <a:endParaRPr baseline="-39506" sz="3375">
              <a:latin typeface="Arial"/>
              <a:cs typeface="Arial"/>
            </a:endParaRPr>
          </a:p>
        </p:txBody>
      </p:sp>
      <p:sp>
        <p:nvSpPr>
          <p:cNvPr id="519" name="object 519"/>
          <p:cNvSpPr/>
          <p:nvPr/>
        </p:nvSpPr>
        <p:spPr>
          <a:xfrm>
            <a:off x="9509645" y="4860845"/>
            <a:ext cx="127635" cy="775335"/>
          </a:xfrm>
          <a:custGeom>
            <a:avLst/>
            <a:gdLst/>
            <a:ahLst/>
            <a:cxnLst/>
            <a:rect l="l" t="t" r="r" b="b"/>
            <a:pathLst>
              <a:path w="127634" h="775335">
                <a:moveTo>
                  <a:pt x="127369" y="775025"/>
                </a:moveTo>
                <a:lnTo>
                  <a:pt x="0" y="775025"/>
                </a:lnTo>
                <a:lnTo>
                  <a:pt x="0" y="0"/>
                </a:lnTo>
                <a:lnTo>
                  <a:pt x="127369" y="0"/>
                </a:lnTo>
                <a:lnTo>
                  <a:pt x="127369" y="775025"/>
                </a:lnTo>
                <a:close/>
              </a:path>
            </a:pathLst>
          </a:custGeom>
          <a:solidFill>
            <a:srgbClr val="C8BD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0" name="object 520"/>
          <p:cNvSpPr txBox="1"/>
          <p:nvPr/>
        </p:nvSpPr>
        <p:spPr>
          <a:xfrm>
            <a:off x="9471544" y="4704655"/>
            <a:ext cx="709295" cy="7073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baseline="-16229" sz="6675" spc="345">
                <a:solidFill>
                  <a:srgbClr val="B8AFA1"/>
                </a:solidFill>
                <a:latin typeface="Arial"/>
                <a:cs typeface="Arial"/>
              </a:rPr>
              <a:t>-</a:t>
            </a:r>
            <a:r>
              <a:rPr dirty="0" sz="2400" spc="570" b="1">
                <a:solidFill>
                  <a:srgbClr val="706959"/>
                </a:solidFill>
                <a:latin typeface="Arial"/>
                <a:cs typeface="Arial"/>
              </a:rPr>
              <a:t>'</a:t>
            </a:r>
            <a:r>
              <a:rPr dirty="0" sz="2400" spc="570" b="1">
                <a:solidFill>
                  <a:srgbClr val="5D4F41"/>
                </a:solidFill>
                <a:latin typeface="Arial"/>
                <a:cs typeface="Arial"/>
              </a:rPr>
              <a:t>u</a:t>
            </a:r>
            <a:endParaRPr sz="2400">
              <a:latin typeface="Arial"/>
              <a:cs typeface="Arial"/>
            </a:endParaRPr>
          </a:p>
        </p:txBody>
      </p:sp>
      <p:sp>
        <p:nvSpPr>
          <p:cNvPr id="521" name="object 521"/>
          <p:cNvSpPr txBox="1"/>
          <p:nvPr/>
        </p:nvSpPr>
        <p:spPr>
          <a:xfrm>
            <a:off x="12558479" y="5125938"/>
            <a:ext cx="74295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-50">
                <a:solidFill>
                  <a:srgbClr val="A89E8C"/>
                </a:solidFill>
                <a:latin typeface="Arial"/>
                <a:cs typeface="Arial"/>
              </a:rPr>
              <a:t>'</a:t>
            </a:r>
            <a:endParaRPr sz="2250">
              <a:latin typeface="Arial"/>
              <a:cs typeface="Arial"/>
            </a:endParaRPr>
          </a:p>
        </p:txBody>
      </p:sp>
      <p:sp>
        <p:nvSpPr>
          <p:cNvPr id="522" name="object 522"/>
          <p:cNvSpPr txBox="1"/>
          <p:nvPr/>
        </p:nvSpPr>
        <p:spPr>
          <a:xfrm>
            <a:off x="1028543" y="5234449"/>
            <a:ext cx="110489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290">
                <a:solidFill>
                  <a:srgbClr val="706959"/>
                </a:solidFill>
                <a:latin typeface="Arial"/>
                <a:cs typeface="Arial"/>
              </a:rPr>
              <a:t>�</a:t>
            </a:r>
            <a:endParaRPr sz="1000">
              <a:latin typeface="Arial"/>
              <a:cs typeface="Arial"/>
            </a:endParaRPr>
          </a:p>
        </p:txBody>
      </p:sp>
      <p:sp>
        <p:nvSpPr>
          <p:cNvPr id="523" name="object 523"/>
          <p:cNvSpPr txBox="1"/>
          <p:nvPr/>
        </p:nvSpPr>
        <p:spPr>
          <a:xfrm>
            <a:off x="1213970" y="4424962"/>
            <a:ext cx="1320800" cy="1007744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marL="132080">
              <a:lnSpc>
                <a:spcPct val="100000"/>
              </a:lnSpc>
              <a:spcBef>
                <a:spcPts val="705"/>
              </a:spcBef>
            </a:pPr>
            <a:r>
              <a:rPr dirty="0" sz="2050" spc="-55">
                <a:solidFill>
                  <a:srgbClr val="8E8E80"/>
                </a:solidFill>
                <a:latin typeface="Arial"/>
                <a:cs typeface="Arial"/>
              </a:rPr>
              <a:t>l�i-</a:t>
            </a:r>
            <a:r>
              <a:rPr dirty="0" sz="2050" spc="-25">
                <a:solidFill>
                  <a:srgbClr val="8E8E80"/>
                </a:solidFill>
                <a:latin typeface="Arial"/>
                <a:cs typeface="Arial"/>
              </a:rPr>
              <a:t>l�</a:t>
            </a:r>
            <a:endParaRPr sz="2050">
              <a:latin typeface="Arial"/>
              <a:cs typeface="Arial"/>
            </a:endParaRPr>
          </a:p>
          <a:p>
            <a:pPr algn="ctr" marR="37465">
              <a:lnSpc>
                <a:spcPts val="1750"/>
              </a:lnSpc>
              <a:spcBef>
                <a:spcPts val="500"/>
              </a:spcBef>
            </a:pPr>
            <a:r>
              <a:rPr dirty="0" sz="1700" spc="195">
                <a:solidFill>
                  <a:srgbClr val="706959"/>
                </a:solidFill>
                <a:latin typeface="Arial"/>
                <a:cs typeface="Arial"/>
              </a:rPr>
              <a:t>r.</a:t>
            </a:r>
            <a:endParaRPr sz="1700">
              <a:latin typeface="Arial"/>
              <a:cs typeface="Arial"/>
            </a:endParaRPr>
          </a:p>
          <a:p>
            <a:pPr algn="ctr">
              <a:lnSpc>
                <a:spcPts val="2410"/>
              </a:lnSpc>
              <a:tabLst>
                <a:tab pos="381635" algn="l"/>
              </a:tabLst>
            </a:pPr>
            <a:r>
              <a:rPr dirty="0" baseline="-9876" sz="3375" spc="-75">
                <a:solidFill>
                  <a:srgbClr val="706959"/>
                </a:solidFill>
                <a:latin typeface="Arial"/>
                <a:cs typeface="Arial"/>
              </a:rPr>
              <a:t>-</a:t>
            </a:r>
            <a:r>
              <a:rPr dirty="0" baseline="-9876" sz="3375">
                <a:solidFill>
                  <a:srgbClr val="706959"/>
                </a:solidFill>
                <a:latin typeface="Arial"/>
                <a:cs typeface="Arial"/>
              </a:rPr>
              <a:t>	</a:t>
            </a:r>
            <a:r>
              <a:rPr dirty="0" sz="2250" spc="60">
                <a:solidFill>
                  <a:srgbClr val="8E8E80"/>
                </a:solidFill>
                <a:latin typeface="Arial"/>
                <a:cs typeface="Arial"/>
              </a:rPr>
              <a:t>-</a:t>
            </a:r>
            <a:r>
              <a:rPr dirty="0" sz="2250" spc="50">
                <a:solidFill>
                  <a:srgbClr val="262821"/>
                </a:solidFill>
                <a:latin typeface="Arial"/>
                <a:cs typeface="Arial"/>
              </a:rPr>
              <a:t>Utility</a:t>
            </a:r>
            <a:endParaRPr sz="2250">
              <a:latin typeface="Arial"/>
              <a:cs typeface="Arial"/>
            </a:endParaRPr>
          </a:p>
        </p:txBody>
      </p:sp>
      <p:sp>
        <p:nvSpPr>
          <p:cNvPr id="524" name="object 524"/>
          <p:cNvSpPr/>
          <p:nvPr/>
        </p:nvSpPr>
        <p:spPr>
          <a:xfrm>
            <a:off x="4444955" y="5445852"/>
            <a:ext cx="51435" cy="191770"/>
          </a:xfrm>
          <a:custGeom>
            <a:avLst/>
            <a:gdLst/>
            <a:ahLst/>
            <a:cxnLst/>
            <a:rect l="l" t="t" r="r" b="b"/>
            <a:pathLst>
              <a:path w="51435" h="191770">
                <a:moveTo>
                  <a:pt x="51011" y="191579"/>
                </a:moveTo>
                <a:lnTo>
                  <a:pt x="0" y="191579"/>
                </a:lnTo>
                <a:lnTo>
                  <a:pt x="0" y="0"/>
                </a:lnTo>
                <a:lnTo>
                  <a:pt x="51011" y="0"/>
                </a:lnTo>
                <a:lnTo>
                  <a:pt x="51011" y="191579"/>
                </a:lnTo>
                <a:close/>
              </a:path>
            </a:pathLst>
          </a:custGeom>
          <a:solidFill>
            <a:srgbClr val="DBD1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5" name="object 525"/>
          <p:cNvSpPr txBox="1"/>
          <p:nvPr/>
        </p:nvSpPr>
        <p:spPr>
          <a:xfrm>
            <a:off x="4393981" y="5438709"/>
            <a:ext cx="128270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25">
                <a:solidFill>
                  <a:srgbClr val="706959"/>
                </a:solidFill>
                <a:latin typeface="Arial"/>
                <a:cs typeface="Arial"/>
              </a:rPr>
              <a:t>I</a:t>
            </a:r>
            <a:r>
              <a:rPr dirty="0" sz="1100" spc="-25">
                <a:solidFill>
                  <a:srgbClr val="B8AFA1"/>
                </a:solidFill>
                <a:latin typeface="Arial"/>
                <a:cs typeface="Arial"/>
              </a:rPr>
              <a:t>I'</a:t>
            </a:r>
            <a:endParaRPr sz="1100">
              <a:latin typeface="Arial"/>
              <a:cs typeface="Arial"/>
            </a:endParaRPr>
          </a:p>
        </p:txBody>
      </p:sp>
      <p:sp>
        <p:nvSpPr>
          <p:cNvPr id="526" name="object 526"/>
          <p:cNvSpPr txBox="1"/>
          <p:nvPr/>
        </p:nvSpPr>
        <p:spPr>
          <a:xfrm>
            <a:off x="5711150" y="5406793"/>
            <a:ext cx="554990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10820" indent="-198120">
              <a:lnSpc>
                <a:spcPct val="100000"/>
              </a:lnSpc>
              <a:spcBef>
                <a:spcPts val="105"/>
              </a:spcBef>
              <a:buClr>
                <a:srgbClr val="8E8E80"/>
              </a:buClr>
              <a:buChar char="•"/>
              <a:tabLst>
                <a:tab pos="210820" algn="l"/>
                <a:tab pos="454025" algn="l"/>
              </a:tabLst>
            </a:pPr>
            <a:r>
              <a:rPr dirty="0" sz="1150" spc="-25">
                <a:solidFill>
                  <a:srgbClr val="A89E8C"/>
                </a:solidFill>
                <a:latin typeface="Arial"/>
                <a:cs typeface="Arial"/>
              </a:rPr>
              <a:t>.I</a:t>
            </a:r>
            <a:r>
              <a:rPr dirty="0" sz="1150">
                <a:solidFill>
                  <a:srgbClr val="A89E8C"/>
                </a:solidFill>
                <a:latin typeface="Arial"/>
                <a:cs typeface="Arial"/>
              </a:rPr>
              <a:t>	</a:t>
            </a:r>
            <a:r>
              <a:rPr dirty="0" sz="1150" spc="-25">
                <a:solidFill>
                  <a:srgbClr val="A89E8C"/>
                </a:solidFill>
                <a:latin typeface="Arial"/>
                <a:cs typeface="Arial"/>
              </a:rPr>
              <a:t>,-</a:t>
            </a:r>
            <a:endParaRPr sz="1150">
              <a:latin typeface="Arial"/>
              <a:cs typeface="Arial"/>
            </a:endParaRPr>
          </a:p>
        </p:txBody>
      </p:sp>
      <p:sp>
        <p:nvSpPr>
          <p:cNvPr id="527" name="object 527"/>
          <p:cNvSpPr txBox="1"/>
          <p:nvPr/>
        </p:nvSpPr>
        <p:spPr>
          <a:xfrm>
            <a:off x="6631385" y="5349345"/>
            <a:ext cx="95885" cy="3016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00" b="1">
                <a:solidFill>
                  <a:srgbClr val="8E8E80"/>
                </a:solidFill>
                <a:latin typeface="Times New Roman"/>
                <a:cs typeface="Times New Roman"/>
              </a:rPr>
              <a:t>l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28" name="object 528"/>
          <p:cNvSpPr txBox="1"/>
          <p:nvPr/>
        </p:nvSpPr>
        <p:spPr>
          <a:xfrm>
            <a:off x="2963395" y="5425943"/>
            <a:ext cx="70485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50">
                <a:solidFill>
                  <a:srgbClr val="706959"/>
                </a:solidFill>
                <a:latin typeface="Arial"/>
                <a:cs typeface="Arial"/>
              </a:rPr>
              <a:t>-</a:t>
            </a:r>
            <a:endParaRPr sz="1100">
              <a:latin typeface="Arial"/>
              <a:cs typeface="Arial"/>
            </a:endParaRPr>
          </a:p>
        </p:txBody>
      </p:sp>
      <p:sp>
        <p:nvSpPr>
          <p:cNvPr id="529" name="object 529"/>
          <p:cNvSpPr txBox="1"/>
          <p:nvPr/>
        </p:nvSpPr>
        <p:spPr>
          <a:xfrm>
            <a:off x="1774395" y="5330196"/>
            <a:ext cx="398145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2250" spc="-225">
                <a:solidFill>
                  <a:srgbClr val="706959"/>
                </a:solidFill>
                <a:latin typeface="Arial"/>
                <a:cs typeface="Arial"/>
              </a:rPr>
              <a:t>-</a:t>
            </a:r>
            <a:r>
              <a:rPr dirty="0" baseline="-26143" sz="2550" spc="-97">
                <a:solidFill>
                  <a:srgbClr val="706959"/>
                </a:solidFill>
                <a:latin typeface="Arial"/>
                <a:cs typeface="Arial"/>
              </a:rPr>
              <a:t>,</a:t>
            </a:r>
            <a:r>
              <a:rPr dirty="0" baseline="-26143" sz="2550" spc="-1019">
                <a:solidFill>
                  <a:srgbClr val="8E8E80"/>
                </a:solidFill>
                <a:latin typeface="Arial"/>
                <a:cs typeface="Arial"/>
              </a:rPr>
              <a:t>_</a:t>
            </a:r>
            <a:r>
              <a:rPr dirty="0" sz="2250" spc="-65">
                <a:solidFill>
                  <a:srgbClr val="706959"/>
                </a:solidFill>
                <a:latin typeface="Arial"/>
                <a:cs typeface="Arial"/>
              </a:rPr>
              <a:t>-</a:t>
            </a:r>
            <a:r>
              <a:rPr dirty="0" sz="2250" spc="-335">
                <a:solidFill>
                  <a:srgbClr val="706959"/>
                </a:solidFill>
                <a:latin typeface="Arial"/>
                <a:cs typeface="Arial"/>
              </a:rPr>
              <a:t> </a:t>
            </a:r>
            <a:r>
              <a:rPr dirty="0" sz="1750" spc="-50">
                <a:solidFill>
                  <a:srgbClr val="706959"/>
                </a:solidFill>
                <a:latin typeface="Arial"/>
                <a:cs typeface="Arial"/>
              </a:rPr>
              <a:t>'</a:t>
            </a:r>
            <a:endParaRPr sz="1750">
              <a:latin typeface="Arial"/>
              <a:cs typeface="Arial"/>
            </a:endParaRPr>
          </a:p>
        </p:txBody>
      </p:sp>
      <p:sp>
        <p:nvSpPr>
          <p:cNvPr id="530" name="object 530"/>
          <p:cNvSpPr txBox="1"/>
          <p:nvPr/>
        </p:nvSpPr>
        <p:spPr>
          <a:xfrm>
            <a:off x="2457052" y="5566370"/>
            <a:ext cx="103505" cy="255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00" spc="-180">
                <a:solidFill>
                  <a:srgbClr val="807E6E"/>
                </a:solidFill>
                <a:latin typeface="Arial"/>
                <a:cs typeface="Arial"/>
              </a:rPr>
              <a:t>L</a:t>
            </a:r>
            <a:endParaRPr sz="1500">
              <a:latin typeface="Arial"/>
              <a:cs typeface="Arial"/>
            </a:endParaRPr>
          </a:p>
        </p:txBody>
      </p:sp>
      <p:sp>
        <p:nvSpPr>
          <p:cNvPr id="531" name="object 531"/>
          <p:cNvSpPr txBox="1"/>
          <p:nvPr/>
        </p:nvSpPr>
        <p:spPr>
          <a:xfrm>
            <a:off x="2936737" y="5604668"/>
            <a:ext cx="61594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60">
                <a:solidFill>
                  <a:srgbClr val="8E8E80"/>
                </a:solidFill>
                <a:latin typeface="Times New Roman"/>
                <a:cs typeface="Times New Roman"/>
              </a:rPr>
              <a:t>l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32" name="object 532"/>
          <p:cNvSpPr txBox="1"/>
          <p:nvPr/>
        </p:nvSpPr>
        <p:spPr>
          <a:xfrm>
            <a:off x="4627391" y="5483390"/>
            <a:ext cx="357505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baseline="2469" sz="3375" spc="-307">
                <a:solidFill>
                  <a:srgbClr val="807E6E"/>
                </a:solidFill>
                <a:latin typeface="Arial"/>
                <a:cs typeface="Arial"/>
              </a:rPr>
              <a:t>-</a:t>
            </a:r>
            <a:r>
              <a:rPr dirty="0" baseline="2469" sz="3375" spc="37">
                <a:solidFill>
                  <a:srgbClr val="807E6E"/>
                </a:solidFill>
                <a:latin typeface="Arial"/>
                <a:cs typeface="Arial"/>
              </a:rPr>
              <a:t> </a:t>
            </a:r>
            <a:r>
              <a:rPr dirty="0" sz="2100">
                <a:solidFill>
                  <a:srgbClr val="8E8E80"/>
                </a:solidFill>
                <a:latin typeface="Arial"/>
                <a:cs typeface="Arial"/>
              </a:rPr>
              <a:t>-</a:t>
            </a:r>
            <a:r>
              <a:rPr dirty="0" sz="2100" spc="-50">
                <a:solidFill>
                  <a:srgbClr val="8E8E80"/>
                </a:solidFill>
                <a:latin typeface="Arial"/>
                <a:cs typeface="Arial"/>
              </a:rPr>
              <a:t>-</a:t>
            </a:r>
            <a:endParaRPr sz="2100">
              <a:latin typeface="Arial"/>
              <a:cs typeface="Arial"/>
            </a:endParaRPr>
          </a:p>
        </p:txBody>
      </p:sp>
      <p:sp>
        <p:nvSpPr>
          <p:cNvPr id="533" name="object 533"/>
          <p:cNvSpPr txBox="1"/>
          <p:nvPr/>
        </p:nvSpPr>
        <p:spPr>
          <a:xfrm>
            <a:off x="5798455" y="5413176"/>
            <a:ext cx="591820" cy="6229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900" spc="-25">
                <a:solidFill>
                  <a:srgbClr val="2B6EA1"/>
                </a:solidFill>
                <a:latin typeface="Arial"/>
                <a:cs typeface="Arial"/>
              </a:rPr>
              <a:t>'+</a:t>
            </a:r>
            <a:r>
              <a:rPr dirty="0" sz="3900" spc="-25">
                <a:solidFill>
                  <a:srgbClr val="A89E8C"/>
                </a:solidFill>
                <a:latin typeface="Arial"/>
                <a:cs typeface="Arial"/>
              </a:rPr>
              <a:t>-</a:t>
            </a:r>
            <a:endParaRPr sz="3900">
              <a:latin typeface="Arial"/>
              <a:cs typeface="Arial"/>
            </a:endParaRPr>
          </a:p>
        </p:txBody>
      </p:sp>
      <p:sp>
        <p:nvSpPr>
          <p:cNvPr id="534" name="object 534"/>
          <p:cNvSpPr txBox="1"/>
          <p:nvPr/>
        </p:nvSpPr>
        <p:spPr>
          <a:xfrm>
            <a:off x="6703508" y="5508922"/>
            <a:ext cx="117475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-50">
                <a:solidFill>
                  <a:srgbClr val="706959"/>
                </a:solidFill>
                <a:latin typeface="Arial"/>
                <a:cs typeface="Arial"/>
              </a:rPr>
              <a:t>-</a:t>
            </a:r>
            <a:endParaRPr sz="2250">
              <a:latin typeface="Arial"/>
              <a:cs typeface="Arial"/>
            </a:endParaRPr>
          </a:p>
        </p:txBody>
      </p:sp>
      <p:sp>
        <p:nvSpPr>
          <p:cNvPr id="535" name="object 535"/>
          <p:cNvSpPr txBox="1"/>
          <p:nvPr/>
        </p:nvSpPr>
        <p:spPr>
          <a:xfrm>
            <a:off x="7075840" y="5559987"/>
            <a:ext cx="340995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50">
                <a:solidFill>
                  <a:srgbClr val="A89E8C"/>
                </a:solidFill>
                <a:latin typeface="Times New Roman"/>
                <a:cs typeface="Times New Roman"/>
              </a:rPr>
              <a:t>i</a:t>
            </a:r>
            <a:r>
              <a:rPr dirty="0" sz="1550" spc="-95">
                <a:solidFill>
                  <a:srgbClr val="A89E8C"/>
                </a:solidFill>
                <a:latin typeface="Times New Roman"/>
                <a:cs typeface="Times New Roman"/>
              </a:rPr>
              <a:t> </a:t>
            </a:r>
            <a:r>
              <a:rPr dirty="0" sz="1350" spc="-15">
                <a:solidFill>
                  <a:srgbClr val="A89E8C"/>
                </a:solidFill>
                <a:latin typeface="Arial"/>
                <a:cs typeface="Arial"/>
              </a:rPr>
              <a:t>I</a:t>
            </a:r>
            <a:r>
              <a:rPr dirty="0" sz="1350" spc="-120">
                <a:solidFill>
                  <a:srgbClr val="A89E8C"/>
                </a:solidFill>
                <a:latin typeface="Arial"/>
                <a:cs typeface="Arial"/>
              </a:rPr>
              <a:t> </a:t>
            </a:r>
            <a:r>
              <a:rPr dirty="0" sz="2250" spc="-25">
                <a:solidFill>
                  <a:srgbClr val="A0856B"/>
                </a:solidFill>
                <a:latin typeface="Arial"/>
                <a:cs typeface="Arial"/>
              </a:rPr>
              <a:t>I</a:t>
            </a:r>
            <a:r>
              <a:rPr dirty="0" sz="2250" spc="-285">
                <a:solidFill>
                  <a:srgbClr val="A0856B"/>
                </a:solidFill>
                <a:latin typeface="Arial"/>
                <a:cs typeface="Arial"/>
              </a:rPr>
              <a:t> </a:t>
            </a:r>
            <a:r>
              <a:rPr dirty="0" sz="750" spc="-50">
                <a:solidFill>
                  <a:srgbClr val="8C725B"/>
                </a:solidFill>
                <a:latin typeface="Arial"/>
                <a:cs typeface="Arial"/>
              </a:rPr>
              <a:t>I</a:t>
            </a:r>
            <a:endParaRPr sz="750">
              <a:latin typeface="Arial"/>
              <a:cs typeface="Arial"/>
            </a:endParaRPr>
          </a:p>
        </p:txBody>
      </p:sp>
      <p:sp>
        <p:nvSpPr>
          <p:cNvPr id="536" name="object 536"/>
          <p:cNvSpPr txBox="1"/>
          <p:nvPr/>
        </p:nvSpPr>
        <p:spPr>
          <a:xfrm>
            <a:off x="8127903" y="5215301"/>
            <a:ext cx="799465" cy="68961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2210"/>
              </a:lnSpc>
              <a:spcBef>
                <a:spcPts val="110"/>
              </a:spcBef>
              <a:tabLst>
                <a:tab pos="470534" algn="l"/>
                <a:tab pos="753745" algn="l"/>
              </a:tabLst>
            </a:pPr>
            <a:r>
              <a:rPr dirty="0" sz="2050" spc="-305">
                <a:solidFill>
                  <a:srgbClr val="A89E8C"/>
                </a:solidFill>
                <a:latin typeface="Arial"/>
                <a:cs typeface="Arial"/>
              </a:rPr>
              <a:t>.....,</a:t>
            </a:r>
            <a:r>
              <a:rPr dirty="0" sz="2050">
                <a:solidFill>
                  <a:srgbClr val="A89E8C"/>
                </a:solidFill>
                <a:latin typeface="Arial"/>
                <a:cs typeface="Arial"/>
              </a:rPr>
              <a:t>	</a:t>
            </a:r>
            <a:r>
              <a:rPr dirty="0" sz="2050" spc="-25">
                <a:solidFill>
                  <a:srgbClr val="A89E8C"/>
                </a:solidFill>
                <a:latin typeface="Arial"/>
                <a:cs typeface="Arial"/>
              </a:rPr>
              <a:t>I'</a:t>
            </a:r>
            <a:r>
              <a:rPr dirty="0" sz="2050">
                <a:solidFill>
                  <a:srgbClr val="A89E8C"/>
                </a:solidFill>
                <a:latin typeface="Arial"/>
                <a:cs typeface="Arial"/>
              </a:rPr>
              <a:t>	</a:t>
            </a:r>
            <a:r>
              <a:rPr dirty="0" sz="1800" spc="-190">
                <a:solidFill>
                  <a:srgbClr val="A89E8C"/>
                </a:solidFill>
                <a:latin typeface="Arial"/>
                <a:cs typeface="Arial"/>
              </a:rPr>
              <a:t>I</a:t>
            </a:r>
            <a:endParaRPr sz="1800">
              <a:latin typeface="Arial"/>
              <a:cs typeface="Arial"/>
            </a:endParaRPr>
          </a:p>
          <a:p>
            <a:pPr marL="184150">
              <a:lnSpc>
                <a:spcPts val="1530"/>
              </a:lnSpc>
            </a:pPr>
            <a:r>
              <a:rPr dirty="0" sz="1500" spc="-50">
                <a:solidFill>
                  <a:srgbClr val="A89E8C"/>
                </a:solidFill>
                <a:latin typeface="Times New Roman"/>
                <a:cs typeface="Times New Roman"/>
              </a:rPr>
              <a:t>I</a:t>
            </a:r>
            <a:endParaRPr sz="1500">
              <a:latin typeface="Times New Roman"/>
              <a:cs typeface="Times New Roman"/>
            </a:endParaRPr>
          </a:p>
          <a:p>
            <a:pPr marL="97790">
              <a:lnSpc>
                <a:spcPts val="1480"/>
              </a:lnSpc>
            </a:pPr>
            <a:r>
              <a:rPr dirty="0" sz="1250" spc="-50">
                <a:solidFill>
                  <a:srgbClr val="A89E8C"/>
                </a:solidFill>
                <a:latin typeface="Arial"/>
                <a:cs typeface="Arial"/>
              </a:rPr>
              <a:t>I</a:t>
            </a:r>
            <a:endParaRPr sz="1250">
              <a:latin typeface="Arial"/>
              <a:cs typeface="Arial"/>
            </a:endParaRPr>
          </a:p>
        </p:txBody>
      </p:sp>
      <p:sp>
        <p:nvSpPr>
          <p:cNvPr id="537" name="object 537"/>
          <p:cNvSpPr/>
          <p:nvPr/>
        </p:nvSpPr>
        <p:spPr>
          <a:xfrm>
            <a:off x="8679457" y="5739474"/>
            <a:ext cx="38735" cy="191770"/>
          </a:xfrm>
          <a:custGeom>
            <a:avLst/>
            <a:gdLst/>
            <a:ahLst/>
            <a:cxnLst/>
            <a:rect l="l" t="t" r="r" b="b"/>
            <a:pathLst>
              <a:path w="38734" h="191770">
                <a:moveTo>
                  <a:pt x="38210" y="191579"/>
                </a:moveTo>
                <a:lnTo>
                  <a:pt x="0" y="191579"/>
                </a:lnTo>
                <a:lnTo>
                  <a:pt x="0" y="0"/>
                </a:lnTo>
                <a:lnTo>
                  <a:pt x="38210" y="0"/>
                </a:lnTo>
                <a:lnTo>
                  <a:pt x="38210" y="191579"/>
                </a:lnTo>
                <a:close/>
              </a:path>
            </a:pathLst>
          </a:custGeom>
          <a:solidFill>
            <a:srgbClr val="DBD1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8" name="object 538"/>
          <p:cNvSpPr/>
          <p:nvPr/>
        </p:nvSpPr>
        <p:spPr>
          <a:xfrm>
            <a:off x="8877046" y="5593493"/>
            <a:ext cx="38735" cy="383540"/>
          </a:xfrm>
          <a:custGeom>
            <a:avLst/>
            <a:gdLst/>
            <a:ahLst/>
            <a:cxnLst/>
            <a:rect l="l" t="t" r="r" b="b"/>
            <a:pathLst>
              <a:path w="38734" h="383539">
                <a:moveTo>
                  <a:pt x="38210" y="383158"/>
                </a:moveTo>
                <a:lnTo>
                  <a:pt x="0" y="383158"/>
                </a:lnTo>
                <a:lnTo>
                  <a:pt x="0" y="0"/>
                </a:lnTo>
                <a:lnTo>
                  <a:pt x="38210" y="0"/>
                </a:lnTo>
                <a:lnTo>
                  <a:pt x="38210" y="383158"/>
                </a:lnTo>
                <a:close/>
              </a:path>
            </a:pathLst>
          </a:custGeom>
          <a:solidFill>
            <a:srgbClr val="DBD1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9" name="object 539"/>
          <p:cNvSpPr txBox="1"/>
          <p:nvPr/>
        </p:nvSpPr>
        <p:spPr>
          <a:xfrm>
            <a:off x="8666757" y="5591903"/>
            <a:ext cx="261620" cy="3625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10185" algn="l"/>
              </a:tabLst>
            </a:pPr>
            <a:r>
              <a:rPr dirty="0" sz="1100" spc="-50">
                <a:solidFill>
                  <a:srgbClr val="B8AFA1"/>
                </a:solidFill>
                <a:latin typeface="Arial"/>
                <a:cs typeface="Arial"/>
              </a:rPr>
              <a:t>I</a:t>
            </a:r>
            <a:r>
              <a:rPr dirty="0" sz="1100">
                <a:solidFill>
                  <a:srgbClr val="B8AFA1"/>
                </a:solidFill>
                <a:latin typeface="Arial"/>
                <a:cs typeface="Arial"/>
              </a:rPr>
              <a:t>	</a:t>
            </a:r>
            <a:r>
              <a:rPr dirty="0" sz="2200" spc="-375">
                <a:solidFill>
                  <a:srgbClr val="B8AFA1"/>
                </a:solidFill>
                <a:latin typeface="Arial"/>
                <a:cs typeface="Arial"/>
              </a:rPr>
              <a:t>I</a:t>
            </a:r>
            <a:endParaRPr sz="2200">
              <a:latin typeface="Arial"/>
              <a:cs typeface="Arial"/>
            </a:endParaRPr>
          </a:p>
        </p:txBody>
      </p:sp>
      <p:sp>
        <p:nvSpPr>
          <p:cNvPr id="540" name="object 540"/>
          <p:cNvSpPr txBox="1"/>
          <p:nvPr/>
        </p:nvSpPr>
        <p:spPr>
          <a:xfrm>
            <a:off x="11339747" y="5700415"/>
            <a:ext cx="176530" cy="2628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50" spc="-55">
                <a:solidFill>
                  <a:srgbClr val="A89E8C"/>
                </a:solidFill>
                <a:latin typeface="Arial"/>
                <a:cs typeface="Arial"/>
              </a:rPr>
              <a:t>'</a:t>
            </a:r>
            <a:r>
              <a:rPr dirty="0" sz="1550" spc="-55">
                <a:solidFill>
                  <a:srgbClr val="807E6E"/>
                </a:solidFill>
                <a:latin typeface="Arial"/>
                <a:cs typeface="Arial"/>
              </a:rPr>
              <a:t>A</a:t>
            </a:r>
            <a:endParaRPr sz="1550">
              <a:latin typeface="Arial"/>
              <a:cs typeface="Arial"/>
            </a:endParaRPr>
          </a:p>
        </p:txBody>
      </p:sp>
      <p:sp>
        <p:nvSpPr>
          <p:cNvPr id="541" name="object 541"/>
          <p:cNvSpPr txBox="1"/>
          <p:nvPr/>
        </p:nvSpPr>
        <p:spPr>
          <a:xfrm>
            <a:off x="11814827" y="5394027"/>
            <a:ext cx="596900" cy="7073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13080" algn="l"/>
              </a:tabLst>
            </a:pPr>
            <a:r>
              <a:rPr dirty="0" sz="4450" spc="-400">
                <a:solidFill>
                  <a:srgbClr val="706959"/>
                </a:solidFill>
                <a:latin typeface="Arial"/>
                <a:cs typeface="Arial"/>
              </a:rPr>
              <a:t>"</a:t>
            </a:r>
            <a:r>
              <a:rPr dirty="0" sz="4450">
                <a:solidFill>
                  <a:srgbClr val="706959"/>
                </a:solidFill>
                <a:latin typeface="Arial"/>
                <a:cs typeface="Arial"/>
              </a:rPr>
              <a:t>	</a:t>
            </a:r>
            <a:r>
              <a:rPr dirty="0" sz="2000" spc="-90">
                <a:solidFill>
                  <a:srgbClr val="A89E8C"/>
                </a:solidFill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542" name="object 542"/>
          <p:cNvSpPr txBox="1"/>
          <p:nvPr/>
        </p:nvSpPr>
        <p:spPr>
          <a:xfrm>
            <a:off x="12730771" y="5413176"/>
            <a:ext cx="339090" cy="4914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7945">
              <a:lnSpc>
                <a:spcPts val="1080"/>
              </a:lnSpc>
              <a:spcBef>
                <a:spcPts val="105"/>
              </a:spcBef>
            </a:pPr>
            <a:r>
              <a:rPr dirty="0" sz="1000" spc="-330">
                <a:solidFill>
                  <a:srgbClr val="706959"/>
                </a:solidFill>
                <a:latin typeface="Arial"/>
                <a:cs typeface="Arial"/>
              </a:rPr>
              <a:t>�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ts val="2580"/>
              </a:lnSpc>
            </a:pPr>
            <a:r>
              <a:rPr dirty="0" sz="2250" spc="-105">
                <a:solidFill>
                  <a:srgbClr val="A89E8C"/>
                </a:solidFill>
                <a:latin typeface="Arial"/>
                <a:cs typeface="Arial"/>
              </a:rPr>
              <a:t>i</a:t>
            </a:r>
            <a:r>
              <a:rPr dirty="0" sz="2250" spc="-320">
                <a:solidFill>
                  <a:srgbClr val="A89E8C"/>
                </a:solidFill>
                <a:latin typeface="Arial"/>
                <a:cs typeface="Arial"/>
              </a:rPr>
              <a:t> </a:t>
            </a:r>
            <a:r>
              <a:rPr dirty="0" sz="1650" spc="-110">
                <a:solidFill>
                  <a:srgbClr val="A0856B"/>
                </a:solidFill>
                <a:latin typeface="Arial"/>
                <a:cs typeface="Arial"/>
              </a:rPr>
              <a:t>I</a:t>
            </a:r>
            <a:r>
              <a:rPr dirty="0" sz="1650" spc="-215">
                <a:solidFill>
                  <a:srgbClr val="A0856B"/>
                </a:solidFill>
                <a:latin typeface="Arial"/>
                <a:cs typeface="Arial"/>
              </a:rPr>
              <a:t> </a:t>
            </a:r>
            <a:r>
              <a:rPr dirty="0" sz="1650" spc="-110">
                <a:solidFill>
                  <a:srgbClr val="A0856B"/>
                </a:solidFill>
                <a:latin typeface="Arial"/>
                <a:cs typeface="Arial"/>
              </a:rPr>
              <a:t>.</a:t>
            </a:r>
            <a:r>
              <a:rPr dirty="0" sz="1650" spc="-220">
                <a:solidFill>
                  <a:srgbClr val="A0856B"/>
                </a:solidFill>
                <a:latin typeface="Arial"/>
                <a:cs typeface="Arial"/>
              </a:rPr>
              <a:t> </a:t>
            </a:r>
            <a:r>
              <a:rPr dirty="0" sz="1250" spc="-220">
                <a:solidFill>
                  <a:srgbClr val="A0856B"/>
                </a:solidFill>
                <a:latin typeface="Arial"/>
                <a:cs typeface="Arial"/>
              </a:rPr>
              <a:t>:1</a:t>
            </a:r>
            <a:endParaRPr sz="1250">
              <a:latin typeface="Arial"/>
              <a:cs typeface="Arial"/>
            </a:endParaRPr>
          </a:p>
        </p:txBody>
      </p:sp>
      <p:sp>
        <p:nvSpPr>
          <p:cNvPr id="543" name="object 543"/>
          <p:cNvSpPr txBox="1"/>
          <p:nvPr/>
        </p:nvSpPr>
        <p:spPr>
          <a:xfrm>
            <a:off x="7732619" y="5706797"/>
            <a:ext cx="48260" cy="3321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00" spc="-165">
                <a:solidFill>
                  <a:srgbClr val="A89E8C"/>
                </a:solidFill>
                <a:latin typeface="Arial"/>
                <a:cs typeface="Arial"/>
              </a:rPr>
              <a:t>'</a:t>
            </a:r>
            <a:endParaRPr sz="2000">
              <a:latin typeface="Arial"/>
              <a:cs typeface="Arial"/>
            </a:endParaRPr>
          </a:p>
        </p:txBody>
      </p:sp>
      <p:sp>
        <p:nvSpPr>
          <p:cNvPr id="544" name="object 544"/>
          <p:cNvSpPr txBox="1"/>
          <p:nvPr/>
        </p:nvSpPr>
        <p:spPr>
          <a:xfrm>
            <a:off x="1873752" y="5834458"/>
            <a:ext cx="72390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490">
                <a:solidFill>
                  <a:srgbClr val="807E6E"/>
                </a:solidFill>
                <a:latin typeface="Arial"/>
                <a:cs typeface="Arial"/>
              </a:rPr>
              <a:t>H</a:t>
            </a:r>
            <a:endParaRPr sz="1100">
              <a:latin typeface="Arial"/>
              <a:cs typeface="Arial"/>
            </a:endParaRPr>
          </a:p>
        </p:txBody>
      </p:sp>
      <p:sp>
        <p:nvSpPr>
          <p:cNvPr id="545" name="object 545"/>
          <p:cNvSpPr txBox="1"/>
          <p:nvPr/>
        </p:nvSpPr>
        <p:spPr>
          <a:xfrm>
            <a:off x="2563521" y="5719564"/>
            <a:ext cx="528955" cy="4394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347980" algn="l"/>
              </a:tabLst>
            </a:pPr>
            <a:r>
              <a:rPr dirty="0" sz="2700" spc="-740">
                <a:solidFill>
                  <a:srgbClr val="8E8E80"/>
                </a:solidFill>
                <a:latin typeface="Arial"/>
                <a:cs typeface="Arial"/>
              </a:rPr>
              <a:t>J</a:t>
            </a:r>
            <a:r>
              <a:rPr dirty="0" sz="2700">
                <a:solidFill>
                  <a:srgbClr val="8E8E80"/>
                </a:solidFill>
                <a:latin typeface="Arial"/>
                <a:cs typeface="Arial"/>
              </a:rPr>
              <a:t>	</a:t>
            </a:r>
            <a:r>
              <a:rPr dirty="0" sz="2700" spc="-1385">
                <a:solidFill>
                  <a:srgbClr val="8E8E80"/>
                </a:solidFill>
                <a:latin typeface="Arial"/>
                <a:cs typeface="Arial"/>
              </a:rPr>
              <a:t>�</a:t>
            </a:r>
            <a:endParaRPr sz="2700">
              <a:latin typeface="Arial"/>
              <a:cs typeface="Arial"/>
            </a:endParaRPr>
          </a:p>
        </p:txBody>
      </p:sp>
      <p:sp>
        <p:nvSpPr>
          <p:cNvPr id="546" name="object 546"/>
          <p:cNvSpPr txBox="1"/>
          <p:nvPr/>
        </p:nvSpPr>
        <p:spPr>
          <a:xfrm>
            <a:off x="1261861" y="5585518"/>
            <a:ext cx="483234" cy="5080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3150" spc="-530">
                <a:solidFill>
                  <a:srgbClr val="8E8E80"/>
                </a:solidFill>
                <a:latin typeface="Arial"/>
                <a:cs typeface="Arial"/>
              </a:rPr>
              <a:t>�</a:t>
            </a:r>
            <a:r>
              <a:rPr dirty="0" sz="3150" spc="-1570">
                <a:solidFill>
                  <a:srgbClr val="8E8E80"/>
                </a:solidFill>
                <a:latin typeface="Arial"/>
                <a:cs typeface="Arial"/>
              </a:rPr>
              <a:t>I</a:t>
            </a:r>
            <a:r>
              <a:rPr dirty="0" baseline="-19753" sz="3375" spc="-1095">
                <a:solidFill>
                  <a:srgbClr val="8E8E80"/>
                </a:solidFill>
                <a:latin typeface="Arial"/>
                <a:cs typeface="Arial"/>
              </a:rPr>
              <a:t>-</a:t>
            </a:r>
            <a:r>
              <a:rPr dirty="0" baseline="-19753" sz="3375" spc="-2482">
                <a:solidFill>
                  <a:srgbClr val="8E8E80"/>
                </a:solidFill>
                <a:latin typeface="Arial"/>
                <a:cs typeface="Arial"/>
              </a:rPr>
              <a:t>�</a:t>
            </a:r>
            <a:r>
              <a:rPr dirty="0" sz="3150" spc="-745">
                <a:solidFill>
                  <a:srgbClr val="8E8E80"/>
                </a:solidFill>
                <a:latin typeface="Arial"/>
                <a:cs typeface="Arial"/>
              </a:rPr>
              <a:t>:</a:t>
            </a:r>
            <a:endParaRPr sz="3150">
              <a:latin typeface="Arial"/>
              <a:cs typeface="Arial"/>
            </a:endParaRPr>
          </a:p>
        </p:txBody>
      </p:sp>
      <p:sp>
        <p:nvSpPr>
          <p:cNvPr id="547" name="object 547"/>
          <p:cNvSpPr txBox="1"/>
          <p:nvPr/>
        </p:nvSpPr>
        <p:spPr>
          <a:xfrm>
            <a:off x="4657602" y="5828076"/>
            <a:ext cx="13716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65">
                <a:solidFill>
                  <a:srgbClr val="706959"/>
                </a:solidFill>
                <a:latin typeface="Arial"/>
                <a:cs typeface="Arial"/>
              </a:rPr>
              <a:t>-</a:t>
            </a:r>
            <a:r>
              <a:rPr dirty="0" sz="1050" spc="-65">
                <a:solidFill>
                  <a:srgbClr val="8E8E80"/>
                </a:solidFill>
                <a:latin typeface="Arial"/>
                <a:cs typeface="Arial"/>
              </a:rPr>
              <a:t>-</a:t>
            </a:r>
            <a:r>
              <a:rPr dirty="0" sz="1050" spc="-50">
                <a:solidFill>
                  <a:srgbClr val="8E8E80"/>
                </a:solidFill>
                <a:latin typeface="Arial"/>
                <a:cs typeface="Arial"/>
              </a:rPr>
              <a:t>-</a:t>
            </a:r>
            <a:endParaRPr sz="1050">
              <a:latin typeface="Arial"/>
              <a:cs typeface="Arial"/>
            </a:endParaRPr>
          </a:p>
        </p:txBody>
      </p:sp>
      <p:sp>
        <p:nvSpPr>
          <p:cNvPr id="548" name="object 548"/>
          <p:cNvSpPr txBox="1"/>
          <p:nvPr/>
        </p:nvSpPr>
        <p:spPr>
          <a:xfrm>
            <a:off x="5100383" y="5719564"/>
            <a:ext cx="228600" cy="3625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00" spc="-220">
                <a:solidFill>
                  <a:srgbClr val="5D4F41"/>
                </a:solidFill>
                <a:latin typeface="Times New Roman"/>
                <a:cs typeface="Times New Roman"/>
              </a:rPr>
              <a:t>....,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49" name="object 549"/>
          <p:cNvSpPr txBox="1"/>
          <p:nvPr/>
        </p:nvSpPr>
        <p:spPr>
          <a:xfrm>
            <a:off x="6058989" y="5923822"/>
            <a:ext cx="55244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 spc="-125">
                <a:solidFill>
                  <a:srgbClr val="2B6EA1"/>
                </a:solidFill>
                <a:latin typeface="Times New Roman"/>
                <a:cs typeface="Times New Roman"/>
              </a:rPr>
              <a:t>I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50" name="object 550"/>
          <p:cNvSpPr txBox="1"/>
          <p:nvPr/>
        </p:nvSpPr>
        <p:spPr>
          <a:xfrm>
            <a:off x="6376546" y="5942971"/>
            <a:ext cx="46355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68605" algn="l"/>
              </a:tabLst>
            </a:pPr>
            <a:r>
              <a:rPr dirty="0" sz="1350" spc="-50">
                <a:solidFill>
                  <a:srgbClr val="A89E8C"/>
                </a:solidFill>
                <a:latin typeface="Arial"/>
                <a:cs typeface="Arial"/>
              </a:rPr>
              <a:t>'</a:t>
            </a:r>
            <a:r>
              <a:rPr dirty="0" sz="1350">
                <a:solidFill>
                  <a:srgbClr val="A89E8C"/>
                </a:solidFill>
                <a:latin typeface="Arial"/>
                <a:cs typeface="Arial"/>
              </a:rPr>
              <a:t>	</a:t>
            </a:r>
            <a:r>
              <a:rPr dirty="0" sz="1350">
                <a:solidFill>
                  <a:srgbClr val="807E6E"/>
                </a:solidFill>
                <a:latin typeface="Arial"/>
                <a:cs typeface="Arial"/>
              </a:rPr>
              <a:t>I</a:t>
            </a:r>
            <a:r>
              <a:rPr dirty="0" sz="1350" spc="400">
                <a:solidFill>
                  <a:srgbClr val="807E6E"/>
                </a:solidFill>
                <a:latin typeface="Arial"/>
                <a:cs typeface="Arial"/>
              </a:rPr>
              <a:t> </a:t>
            </a:r>
            <a:r>
              <a:rPr dirty="0" sz="1350" spc="-150">
                <a:solidFill>
                  <a:srgbClr val="8E8E80"/>
                </a:solidFill>
                <a:latin typeface="Arial"/>
                <a:cs typeface="Arial"/>
              </a:rPr>
              <a:t>•</a:t>
            </a:r>
            <a:endParaRPr sz="1350">
              <a:latin typeface="Arial"/>
              <a:cs typeface="Arial"/>
            </a:endParaRPr>
          </a:p>
        </p:txBody>
      </p:sp>
      <p:sp>
        <p:nvSpPr>
          <p:cNvPr id="551" name="object 551"/>
          <p:cNvSpPr/>
          <p:nvPr/>
        </p:nvSpPr>
        <p:spPr>
          <a:xfrm>
            <a:off x="6952186" y="5991191"/>
            <a:ext cx="51435" cy="95885"/>
          </a:xfrm>
          <a:custGeom>
            <a:avLst/>
            <a:gdLst/>
            <a:ahLst/>
            <a:cxnLst/>
            <a:rect l="l" t="t" r="r" b="b"/>
            <a:pathLst>
              <a:path w="51434" h="95885">
                <a:moveTo>
                  <a:pt x="50947" y="95789"/>
                </a:moveTo>
                <a:lnTo>
                  <a:pt x="0" y="95789"/>
                </a:lnTo>
                <a:lnTo>
                  <a:pt x="0" y="0"/>
                </a:lnTo>
                <a:lnTo>
                  <a:pt x="50947" y="0"/>
                </a:lnTo>
                <a:lnTo>
                  <a:pt x="50947" y="95789"/>
                </a:lnTo>
                <a:close/>
              </a:path>
            </a:pathLst>
          </a:custGeom>
          <a:solidFill>
            <a:srgbClr val="C8BD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2" name="object 552"/>
          <p:cNvSpPr txBox="1"/>
          <p:nvPr/>
        </p:nvSpPr>
        <p:spPr>
          <a:xfrm>
            <a:off x="6939485" y="5981270"/>
            <a:ext cx="52705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spc="-90">
                <a:solidFill>
                  <a:srgbClr val="C6C1B5"/>
                </a:solidFill>
                <a:latin typeface="Arial"/>
                <a:cs typeface="Arial"/>
              </a:rPr>
              <a:t>-</a:t>
            </a:r>
            <a:r>
              <a:rPr dirty="0" sz="550" spc="-60">
                <a:solidFill>
                  <a:srgbClr val="C6C1B5"/>
                </a:solidFill>
                <a:latin typeface="Arial"/>
                <a:cs typeface="Arial"/>
              </a:rPr>
              <a:t>-</a:t>
            </a:r>
            <a:endParaRPr sz="550">
              <a:latin typeface="Arial"/>
              <a:cs typeface="Arial"/>
            </a:endParaRPr>
          </a:p>
        </p:txBody>
      </p:sp>
      <p:sp>
        <p:nvSpPr>
          <p:cNvPr id="553" name="object 553"/>
          <p:cNvSpPr/>
          <p:nvPr/>
        </p:nvSpPr>
        <p:spPr>
          <a:xfrm>
            <a:off x="8117716" y="5936592"/>
            <a:ext cx="38735" cy="217804"/>
          </a:xfrm>
          <a:custGeom>
            <a:avLst/>
            <a:gdLst/>
            <a:ahLst/>
            <a:cxnLst/>
            <a:rect l="l" t="t" r="r" b="b"/>
            <a:pathLst>
              <a:path w="38734" h="217804">
                <a:moveTo>
                  <a:pt x="38210" y="217703"/>
                </a:moveTo>
                <a:lnTo>
                  <a:pt x="0" y="217703"/>
                </a:lnTo>
                <a:lnTo>
                  <a:pt x="0" y="0"/>
                </a:lnTo>
                <a:lnTo>
                  <a:pt x="38210" y="0"/>
                </a:lnTo>
                <a:lnTo>
                  <a:pt x="38210" y="217703"/>
                </a:lnTo>
                <a:close/>
              </a:path>
            </a:pathLst>
          </a:custGeom>
          <a:solidFill>
            <a:srgbClr val="EDEB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4" name="object 554"/>
          <p:cNvSpPr txBox="1"/>
          <p:nvPr/>
        </p:nvSpPr>
        <p:spPr>
          <a:xfrm>
            <a:off x="8105015" y="5930205"/>
            <a:ext cx="57785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 spc="-140">
                <a:solidFill>
                  <a:srgbClr val="B8AFA1"/>
                </a:solidFill>
                <a:latin typeface="Arial"/>
                <a:cs typeface="Arial"/>
              </a:rPr>
              <a:t>•</a:t>
            </a:r>
            <a:endParaRPr sz="1250">
              <a:latin typeface="Arial"/>
              <a:cs typeface="Arial"/>
            </a:endParaRPr>
          </a:p>
        </p:txBody>
      </p:sp>
      <p:sp>
        <p:nvSpPr>
          <p:cNvPr id="555" name="object 555"/>
          <p:cNvSpPr/>
          <p:nvPr/>
        </p:nvSpPr>
        <p:spPr>
          <a:xfrm>
            <a:off x="10306849" y="5827537"/>
            <a:ext cx="38735" cy="897255"/>
          </a:xfrm>
          <a:custGeom>
            <a:avLst/>
            <a:gdLst/>
            <a:ahLst/>
            <a:cxnLst/>
            <a:rect l="l" t="t" r="r" b="b"/>
            <a:pathLst>
              <a:path w="38734" h="897254">
                <a:moveTo>
                  <a:pt x="38210" y="896939"/>
                </a:moveTo>
                <a:lnTo>
                  <a:pt x="0" y="896939"/>
                </a:lnTo>
                <a:lnTo>
                  <a:pt x="0" y="0"/>
                </a:lnTo>
                <a:lnTo>
                  <a:pt x="38210" y="0"/>
                </a:lnTo>
                <a:lnTo>
                  <a:pt x="38210" y="896939"/>
                </a:lnTo>
                <a:close/>
              </a:path>
            </a:pathLst>
          </a:custGeom>
          <a:solidFill>
            <a:srgbClr val="DBD1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6" name="object 556"/>
          <p:cNvSpPr txBox="1"/>
          <p:nvPr/>
        </p:nvSpPr>
        <p:spPr>
          <a:xfrm>
            <a:off x="11730580" y="5942971"/>
            <a:ext cx="69215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-50">
                <a:solidFill>
                  <a:srgbClr val="706959"/>
                </a:solidFill>
                <a:latin typeface="Arial"/>
                <a:cs typeface="Arial"/>
              </a:rPr>
              <a:t>'</a:t>
            </a:r>
            <a:endParaRPr sz="2250">
              <a:latin typeface="Arial"/>
              <a:cs typeface="Arial"/>
            </a:endParaRPr>
          </a:p>
        </p:txBody>
      </p:sp>
      <p:sp>
        <p:nvSpPr>
          <p:cNvPr id="557" name="object 557"/>
          <p:cNvSpPr/>
          <p:nvPr/>
        </p:nvSpPr>
        <p:spPr>
          <a:xfrm>
            <a:off x="12656154" y="5943732"/>
            <a:ext cx="51435" cy="191770"/>
          </a:xfrm>
          <a:custGeom>
            <a:avLst/>
            <a:gdLst/>
            <a:ahLst/>
            <a:cxnLst/>
            <a:rect l="l" t="t" r="r" b="b"/>
            <a:pathLst>
              <a:path w="51434" h="191770">
                <a:moveTo>
                  <a:pt x="50947" y="191579"/>
                </a:moveTo>
                <a:lnTo>
                  <a:pt x="0" y="191579"/>
                </a:lnTo>
                <a:lnTo>
                  <a:pt x="0" y="0"/>
                </a:lnTo>
                <a:lnTo>
                  <a:pt x="50947" y="0"/>
                </a:lnTo>
                <a:lnTo>
                  <a:pt x="50947" y="191579"/>
                </a:lnTo>
                <a:close/>
              </a:path>
            </a:pathLst>
          </a:custGeom>
          <a:solidFill>
            <a:srgbClr val="C8BD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8" name="object 558"/>
          <p:cNvSpPr txBox="1"/>
          <p:nvPr/>
        </p:nvSpPr>
        <p:spPr>
          <a:xfrm>
            <a:off x="12643453" y="5936588"/>
            <a:ext cx="62865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50">
                <a:solidFill>
                  <a:srgbClr val="B8AFA1"/>
                </a:solidFill>
                <a:latin typeface="Arial"/>
                <a:cs typeface="Arial"/>
              </a:rPr>
              <a:t>-</a:t>
            </a:r>
            <a:endParaRPr sz="1100">
              <a:latin typeface="Arial"/>
              <a:cs typeface="Arial"/>
            </a:endParaRPr>
          </a:p>
        </p:txBody>
      </p:sp>
      <p:sp>
        <p:nvSpPr>
          <p:cNvPr id="559" name="object 559"/>
          <p:cNvSpPr txBox="1"/>
          <p:nvPr/>
        </p:nvSpPr>
        <p:spPr>
          <a:xfrm>
            <a:off x="5464089" y="5955737"/>
            <a:ext cx="336550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2250" spc="-90">
                <a:solidFill>
                  <a:srgbClr val="807E6E"/>
                </a:solidFill>
                <a:latin typeface="Arial"/>
                <a:cs typeface="Arial"/>
              </a:rPr>
              <a:t>'</a:t>
            </a:r>
            <a:r>
              <a:rPr dirty="0" sz="2250" spc="-220">
                <a:solidFill>
                  <a:srgbClr val="807E6E"/>
                </a:solidFill>
                <a:latin typeface="Arial"/>
                <a:cs typeface="Arial"/>
              </a:rPr>
              <a:t> </a:t>
            </a:r>
            <a:r>
              <a:rPr dirty="0" baseline="-23569" sz="2475">
                <a:solidFill>
                  <a:srgbClr val="807E6E"/>
                </a:solidFill>
                <a:latin typeface="Arial"/>
                <a:cs typeface="Arial"/>
              </a:rPr>
              <a:t>I</a:t>
            </a:r>
            <a:r>
              <a:rPr dirty="0" baseline="-23569" sz="2475" spc="60">
                <a:solidFill>
                  <a:srgbClr val="807E6E"/>
                </a:solidFill>
                <a:latin typeface="Arial"/>
                <a:cs typeface="Arial"/>
              </a:rPr>
              <a:t> </a:t>
            </a:r>
            <a:r>
              <a:rPr dirty="0" sz="2250" spc="-50">
                <a:solidFill>
                  <a:srgbClr val="8E8E80"/>
                </a:solidFill>
                <a:latin typeface="Arial"/>
                <a:cs typeface="Arial"/>
              </a:rPr>
              <a:t>'</a:t>
            </a:r>
            <a:endParaRPr sz="2250">
              <a:latin typeface="Arial"/>
              <a:cs typeface="Arial"/>
            </a:endParaRPr>
          </a:p>
        </p:txBody>
      </p:sp>
      <p:sp>
        <p:nvSpPr>
          <p:cNvPr id="560" name="object 560"/>
          <p:cNvSpPr txBox="1"/>
          <p:nvPr/>
        </p:nvSpPr>
        <p:spPr>
          <a:xfrm>
            <a:off x="2169698" y="6108931"/>
            <a:ext cx="42545" cy="14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50">
                <a:solidFill>
                  <a:srgbClr val="A89E8C"/>
                </a:solidFill>
                <a:latin typeface="Arial"/>
                <a:cs typeface="Arial"/>
              </a:rPr>
              <a:t>j</a:t>
            </a:r>
            <a:endParaRPr sz="750">
              <a:latin typeface="Arial"/>
              <a:cs typeface="Arial"/>
            </a:endParaRPr>
          </a:p>
        </p:txBody>
      </p:sp>
      <p:sp>
        <p:nvSpPr>
          <p:cNvPr id="561" name="object 561"/>
          <p:cNvSpPr/>
          <p:nvPr/>
        </p:nvSpPr>
        <p:spPr>
          <a:xfrm>
            <a:off x="2534042" y="5893244"/>
            <a:ext cx="38735" cy="392430"/>
          </a:xfrm>
          <a:custGeom>
            <a:avLst/>
            <a:gdLst/>
            <a:ahLst/>
            <a:cxnLst/>
            <a:rect l="l" t="t" r="r" b="b"/>
            <a:pathLst>
              <a:path w="38735" h="392429">
                <a:moveTo>
                  <a:pt x="38210" y="391866"/>
                </a:moveTo>
                <a:lnTo>
                  <a:pt x="0" y="391866"/>
                </a:lnTo>
                <a:lnTo>
                  <a:pt x="0" y="0"/>
                </a:lnTo>
                <a:lnTo>
                  <a:pt x="38210" y="0"/>
                </a:lnTo>
                <a:lnTo>
                  <a:pt x="38210" y="391866"/>
                </a:lnTo>
                <a:close/>
              </a:path>
            </a:pathLst>
          </a:custGeom>
          <a:solidFill>
            <a:srgbClr val="C8BD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2" name="object 562"/>
          <p:cNvSpPr txBox="1"/>
          <p:nvPr/>
        </p:nvSpPr>
        <p:spPr>
          <a:xfrm>
            <a:off x="2521342" y="5891907"/>
            <a:ext cx="89535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-70">
                <a:solidFill>
                  <a:srgbClr val="B8AFA1"/>
                </a:solidFill>
                <a:latin typeface="Arial"/>
                <a:cs typeface="Arial"/>
              </a:rPr>
              <a:t>.</a:t>
            </a:r>
            <a:endParaRPr sz="2250">
              <a:latin typeface="Arial"/>
              <a:cs typeface="Arial"/>
            </a:endParaRPr>
          </a:p>
        </p:txBody>
      </p:sp>
      <p:sp>
        <p:nvSpPr>
          <p:cNvPr id="563" name="object 563"/>
          <p:cNvSpPr txBox="1"/>
          <p:nvPr/>
        </p:nvSpPr>
        <p:spPr>
          <a:xfrm>
            <a:off x="2900539" y="5706798"/>
            <a:ext cx="562610" cy="5772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baseline="-1543" sz="5400" spc="-652">
                <a:solidFill>
                  <a:srgbClr val="A89E8C"/>
                </a:solidFill>
                <a:latin typeface="Arial"/>
                <a:cs typeface="Arial"/>
              </a:rPr>
              <a:t>.,</a:t>
            </a:r>
            <a:r>
              <a:rPr dirty="0" baseline="-1543" sz="5400" spc="-532">
                <a:solidFill>
                  <a:srgbClr val="A89E8C"/>
                </a:solidFill>
                <a:latin typeface="Arial"/>
                <a:cs typeface="Arial"/>
              </a:rPr>
              <a:t> </a:t>
            </a:r>
            <a:r>
              <a:rPr dirty="0" sz="2000" spc="35" i="1">
                <a:solidFill>
                  <a:srgbClr val="807E6E"/>
                </a:solidFill>
                <a:latin typeface="Arial"/>
                <a:cs typeface="Arial"/>
              </a:rPr>
              <a:t>;::.</a:t>
            </a:r>
            <a:endParaRPr sz="2000">
              <a:latin typeface="Arial"/>
              <a:cs typeface="Arial"/>
            </a:endParaRPr>
          </a:p>
        </p:txBody>
      </p:sp>
      <p:sp>
        <p:nvSpPr>
          <p:cNvPr id="564" name="object 564"/>
          <p:cNvSpPr/>
          <p:nvPr/>
        </p:nvSpPr>
        <p:spPr>
          <a:xfrm>
            <a:off x="10676213" y="6138398"/>
            <a:ext cx="38735" cy="522605"/>
          </a:xfrm>
          <a:custGeom>
            <a:avLst/>
            <a:gdLst/>
            <a:ahLst/>
            <a:cxnLst/>
            <a:rect l="l" t="t" r="r" b="b"/>
            <a:pathLst>
              <a:path w="38734" h="522604">
                <a:moveTo>
                  <a:pt x="38210" y="522489"/>
                </a:moveTo>
                <a:lnTo>
                  <a:pt x="0" y="522489"/>
                </a:lnTo>
                <a:lnTo>
                  <a:pt x="0" y="0"/>
                </a:lnTo>
                <a:lnTo>
                  <a:pt x="38210" y="0"/>
                </a:lnTo>
                <a:lnTo>
                  <a:pt x="38210" y="522489"/>
                </a:lnTo>
                <a:close/>
              </a:path>
            </a:pathLst>
          </a:custGeom>
          <a:solidFill>
            <a:srgbClr val="DBD1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5" name="object 565"/>
          <p:cNvSpPr txBox="1"/>
          <p:nvPr/>
        </p:nvSpPr>
        <p:spPr>
          <a:xfrm>
            <a:off x="10294149" y="5840842"/>
            <a:ext cx="462915" cy="8147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150" spc="-285">
                <a:solidFill>
                  <a:srgbClr val="B8AFA1"/>
                </a:solidFill>
                <a:latin typeface="Arial"/>
                <a:cs typeface="Arial"/>
              </a:rPr>
              <a:t>I</a:t>
            </a:r>
            <a:r>
              <a:rPr dirty="0" sz="5150" spc="325">
                <a:solidFill>
                  <a:srgbClr val="B8AFA1"/>
                </a:solidFill>
                <a:latin typeface="Arial"/>
                <a:cs typeface="Arial"/>
              </a:rPr>
              <a:t> </a:t>
            </a:r>
            <a:r>
              <a:rPr dirty="0" baseline="-3703" sz="4500" spc="-540">
                <a:solidFill>
                  <a:srgbClr val="B8AFA1"/>
                </a:solidFill>
                <a:latin typeface="Arial"/>
                <a:cs typeface="Arial"/>
              </a:rPr>
              <a:t>I</a:t>
            </a:r>
            <a:endParaRPr baseline="-3703" sz="4500">
              <a:latin typeface="Arial"/>
              <a:cs typeface="Arial"/>
            </a:endParaRPr>
          </a:p>
        </p:txBody>
      </p:sp>
      <p:sp>
        <p:nvSpPr>
          <p:cNvPr id="566" name="object 566"/>
          <p:cNvSpPr txBox="1"/>
          <p:nvPr/>
        </p:nvSpPr>
        <p:spPr>
          <a:xfrm>
            <a:off x="11083489" y="6242975"/>
            <a:ext cx="264160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 spc="-30">
                <a:solidFill>
                  <a:srgbClr val="A89E8C"/>
                </a:solidFill>
                <a:latin typeface="Times New Roman"/>
                <a:cs typeface="Times New Roman"/>
              </a:rPr>
              <a:t>1</a:t>
            </a:r>
            <a:r>
              <a:rPr dirty="0" sz="1600" spc="-30">
                <a:solidFill>
                  <a:srgbClr val="5D4F41"/>
                </a:solidFill>
                <a:latin typeface="Times New Roman"/>
                <a:cs typeface="Times New Roman"/>
              </a:rPr>
              <a:t>1</a:t>
            </a:r>
            <a:r>
              <a:rPr dirty="0" sz="1600" spc="-30">
                <a:solidFill>
                  <a:srgbClr val="8E8E80"/>
                </a:solidFill>
                <a:latin typeface="Times New Roman"/>
                <a:cs typeface="Times New Roman"/>
              </a:rPr>
              <a:t>,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67" name="object 567"/>
          <p:cNvSpPr txBox="1"/>
          <p:nvPr/>
        </p:nvSpPr>
        <p:spPr>
          <a:xfrm>
            <a:off x="12860337" y="6032334"/>
            <a:ext cx="269240" cy="309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-190">
                <a:solidFill>
                  <a:srgbClr val="807E6E"/>
                </a:solidFill>
                <a:latin typeface="Times New Roman"/>
                <a:cs typeface="Times New Roman"/>
              </a:rPr>
              <a:t>..,..,.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568" name="object 568"/>
          <p:cNvSpPr txBox="1"/>
          <p:nvPr/>
        </p:nvSpPr>
        <p:spPr>
          <a:xfrm>
            <a:off x="6057396" y="6102548"/>
            <a:ext cx="67945" cy="502920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 marR="5080">
              <a:lnSpc>
                <a:spcPts val="1710"/>
              </a:lnSpc>
              <a:spcBef>
                <a:spcPts val="440"/>
              </a:spcBef>
            </a:pPr>
            <a:r>
              <a:rPr dirty="0" sz="1700" spc="-275">
                <a:solidFill>
                  <a:srgbClr val="2B6EA1"/>
                </a:solidFill>
                <a:latin typeface="Times New Roman"/>
                <a:cs typeface="Times New Roman"/>
              </a:rPr>
              <a:t>I</a:t>
            </a:r>
            <a:r>
              <a:rPr dirty="0" sz="1700" spc="500">
                <a:solidFill>
                  <a:srgbClr val="2B6EA1"/>
                </a:solidFill>
                <a:latin typeface="Times New Roman"/>
                <a:cs typeface="Times New Roman"/>
              </a:rPr>
              <a:t> </a:t>
            </a:r>
            <a:r>
              <a:rPr dirty="0" sz="1700" spc="-275">
                <a:solidFill>
                  <a:srgbClr val="2B6EA1"/>
                </a:solidFill>
                <a:latin typeface="Times New Roman"/>
                <a:cs typeface="Times New Roman"/>
              </a:rPr>
              <a:t>I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569" name="object 569"/>
          <p:cNvSpPr txBox="1"/>
          <p:nvPr/>
        </p:nvSpPr>
        <p:spPr>
          <a:xfrm>
            <a:off x="2050388" y="6268508"/>
            <a:ext cx="48895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65">
                <a:solidFill>
                  <a:srgbClr val="8E8E80"/>
                </a:solidFill>
                <a:latin typeface="Arial"/>
                <a:cs typeface="Arial"/>
              </a:rPr>
              <a:t>I</a:t>
            </a:r>
            <a:endParaRPr sz="1100">
              <a:latin typeface="Arial"/>
              <a:cs typeface="Arial"/>
            </a:endParaRPr>
          </a:p>
        </p:txBody>
      </p:sp>
      <p:sp>
        <p:nvSpPr>
          <p:cNvPr id="570" name="object 570"/>
          <p:cNvSpPr txBox="1"/>
          <p:nvPr/>
        </p:nvSpPr>
        <p:spPr>
          <a:xfrm>
            <a:off x="12074343" y="6281274"/>
            <a:ext cx="48895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65">
                <a:solidFill>
                  <a:srgbClr val="A89E8C"/>
                </a:solidFill>
                <a:latin typeface="Arial"/>
                <a:cs typeface="Arial"/>
              </a:rPr>
              <a:t>I</a:t>
            </a:r>
            <a:endParaRPr sz="1100">
              <a:latin typeface="Arial"/>
              <a:cs typeface="Arial"/>
            </a:endParaRPr>
          </a:p>
        </p:txBody>
      </p:sp>
      <p:sp>
        <p:nvSpPr>
          <p:cNvPr id="571" name="object 571"/>
          <p:cNvSpPr txBox="1"/>
          <p:nvPr/>
        </p:nvSpPr>
        <p:spPr>
          <a:xfrm>
            <a:off x="8737563" y="6083398"/>
            <a:ext cx="471805" cy="70612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ts val="3240"/>
              </a:lnSpc>
              <a:spcBef>
                <a:spcPts val="115"/>
              </a:spcBef>
              <a:tabLst>
                <a:tab pos="457834" algn="l"/>
              </a:tabLst>
            </a:pPr>
            <a:r>
              <a:rPr dirty="0" u="heavy" sz="2850" spc="140">
                <a:solidFill>
                  <a:srgbClr val="A89E8C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2850" spc="-340">
                <a:solidFill>
                  <a:srgbClr val="A89E8C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dirty="0" u="heavy" sz="2850" spc="-320">
                <a:solidFill>
                  <a:srgbClr val="A89E8C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600" spc="-50">
                <a:solidFill>
                  <a:srgbClr val="A89E8C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dirty="0" u="heavy" sz="1600">
                <a:solidFill>
                  <a:srgbClr val="A89E8C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600">
              <a:latin typeface="Times New Roman"/>
              <a:cs typeface="Times New Roman"/>
            </a:endParaRPr>
          </a:p>
          <a:p>
            <a:pPr marL="55880">
              <a:lnSpc>
                <a:spcPts val="2100"/>
              </a:lnSpc>
            </a:pPr>
            <a:r>
              <a:rPr dirty="0" sz="800">
                <a:solidFill>
                  <a:srgbClr val="706959"/>
                </a:solidFill>
                <a:latin typeface="Arial"/>
                <a:cs typeface="Arial"/>
              </a:rPr>
              <a:t>I</a:t>
            </a:r>
            <a:r>
              <a:rPr dirty="0" sz="800" spc="125">
                <a:solidFill>
                  <a:srgbClr val="706959"/>
                </a:solidFill>
                <a:latin typeface="Arial"/>
                <a:cs typeface="Arial"/>
              </a:rPr>
              <a:t> </a:t>
            </a:r>
            <a:r>
              <a:rPr dirty="0" sz="1900" spc="-345" b="1">
                <a:solidFill>
                  <a:srgbClr val="8C725B"/>
                </a:solidFill>
                <a:latin typeface="Arial"/>
                <a:cs typeface="Arial"/>
              </a:rPr>
              <a:t>'"l:'&gt;</a:t>
            </a:r>
            <a:endParaRPr sz="1900">
              <a:latin typeface="Arial"/>
              <a:cs typeface="Arial"/>
            </a:endParaRPr>
          </a:p>
        </p:txBody>
      </p:sp>
      <p:sp>
        <p:nvSpPr>
          <p:cNvPr id="572" name="object 572"/>
          <p:cNvSpPr txBox="1"/>
          <p:nvPr/>
        </p:nvSpPr>
        <p:spPr>
          <a:xfrm>
            <a:off x="9899883" y="6715323"/>
            <a:ext cx="4064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55">
                <a:solidFill>
                  <a:srgbClr val="A89E8C"/>
                </a:solidFill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573" name="object 573"/>
          <p:cNvSpPr txBox="1"/>
          <p:nvPr/>
        </p:nvSpPr>
        <p:spPr>
          <a:xfrm>
            <a:off x="10210129" y="6683407"/>
            <a:ext cx="100965" cy="2787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305" i="1">
                <a:solidFill>
                  <a:srgbClr val="8C725B"/>
                </a:solidFill>
                <a:latin typeface="Arial"/>
                <a:cs typeface="Arial"/>
              </a:rPr>
              <a:t>("</a:t>
            </a:r>
            <a:endParaRPr sz="1650">
              <a:latin typeface="Arial"/>
              <a:cs typeface="Arial"/>
            </a:endParaRPr>
          </a:p>
        </p:txBody>
      </p:sp>
      <p:sp>
        <p:nvSpPr>
          <p:cNvPr id="574" name="object 574"/>
          <p:cNvSpPr/>
          <p:nvPr/>
        </p:nvSpPr>
        <p:spPr>
          <a:xfrm>
            <a:off x="10625851" y="6660151"/>
            <a:ext cx="38735" cy="139700"/>
          </a:xfrm>
          <a:custGeom>
            <a:avLst/>
            <a:gdLst/>
            <a:ahLst/>
            <a:cxnLst/>
            <a:rect l="l" t="t" r="r" b="b"/>
            <a:pathLst>
              <a:path w="38734" h="139700">
                <a:moveTo>
                  <a:pt x="38210" y="139330"/>
                </a:moveTo>
                <a:lnTo>
                  <a:pt x="0" y="139330"/>
                </a:lnTo>
                <a:lnTo>
                  <a:pt x="0" y="0"/>
                </a:lnTo>
                <a:lnTo>
                  <a:pt x="38210" y="0"/>
                </a:lnTo>
                <a:lnTo>
                  <a:pt x="38210" y="139330"/>
                </a:lnTo>
                <a:close/>
              </a:path>
            </a:pathLst>
          </a:custGeom>
          <a:solidFill>
            <a:srgbClr val="DBD1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5" name="object 575"/>
          <p:cNvSpPr txBox="1"/>
          <p:nvPr/>
        </p:nvSpPr>
        <p:spPr>
          <a:xfrm>
            <a:off x="10558649" y="6613194"/>
            <a:ext cx="95250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150">
                <a:solidFill>
                  <a:srgbClr val="706959"/>
                </a:solidFill>
                <a:latin typeface="Arial"/>
                <a:cs typeface="Arial"/>
              </a:rPr>
              <a:t>I</a:t>
            </a:r>
            <a:r>
              <a:rPr dirty="0" sz="1100" spc="-35">
                <a:solidFill>
                  <a:srgbClr val="706959"/>
                </a:solidFill>
                <a:latin typeface="Arial"/>
                <a:cs typeface="Arial"/>
              </a:rPr>
              <a:t> </a:t>
            </a:r>
            <a:r>
              <a:rPr dirty="0" sz="800" spc="-50">
                <a:solidFill>
                  <a:srgbClr val="B8AFA1"/>
                </a:solidFill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576" name="object 576"/>
          <p:cNvSpPr txBox="1"/>
          <p:nvPr/>
        </p:nvSpPr>
        <p:spPr>
          <a:xfrm>
            <a:off x="11042652" y="6613194"/>
            <a:ext cx="45720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90">
                <a:solidFill>
                  <a:srgbClr val="A89E8C"/>
                </a:solidFill>
                <a:latin typeface="Arial"/>
                <a:cs typeface="Arial"/>
              </a:rPr>
              <a:t>I</a:t>
            </a:r>
            <a:endParaRPr sz="1100">
              <a:latin typeface="Arial"/>
              <a:cs typeface="Arial"/>
            </a:endParaRPr>
          </a:p>
        </p:txBody>
      </p:sp>
      <p:sp>
        <p:nvSpPr>
          <p:cNvPr id="577" name="object 577"/>
          <p:cNvSpPr txBox="1"/>
          <p:nvPr/>
        </p:nvSpPr>
        <p:spPr>
          <a:xfrm>
            <a:off x="12303114" y="5987652"/>
            <a:ext cx="718185" cy="929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27025" algn="l"/>
              </a:tabLst>
            </a:pPr>
            <a:r>
              <a:rPr dirty="0" sz="1400" spc="-509">
                <a:solidFill>
                  <a:srgbClr val="8E8E80"/>
                </a:solidFill>
                <a:latin typeface="Arial"/>
                <a:cs typeface="Arial"/>
              </a:rPr>
              <a:t>V</a:t>
            </a:r>
            <a:r>
              <a:rPr dirty="0" sz="1400">
                <a:solidFill>
                  <a:srgbClr val="8E8E80"/>
                </a:solidFill>
                <a:latin typeface="Arial"/>
                <a:cs typeface="Arial"/>
              </a:rPr>
              <a:t>	</a:t>
            </a:r>
            <a:r>
              <a:rPr dirty="0" sz="5900">
                <a:solidFill>
                  <a:srgbClr val="706959"/>
                </a:solidFill>
                <a:latin typeface="Arial"/>
                <a:cs typeface="Arial"/>
              </a:rPr>
              <a:t>.</a:t>
            </a:r>
            <a:r>
              <a:rPr dirty="0" sz="5900" spc="-640">
                <a:solidFill>
                  <a:srgbClr val="706959"/>
                </a:solidFill>
                <a:latin typeface="Arial"/>
                <a:cs typeface="Arial"/>
              </a:rPr>
              <a:t> </a:t>
            </a:r>
            <a:r>
              <a:rPr dirty="0" sz="1200" spc="-50">
                <a:solidFill>
                  <a:srgbClr val="8E8E80"/>
                </a:solidFill>
                <a:latin typeface="Arial"/>
                <a:cs typeface="Arial"/>
              </a:rPr>
              <a:t>\</a:t>
            </a:r>
            <a:endParaRPr sz="1200">
              <a:latin typeface="Arial"/>
              <a:cs typeface="Arial"/>
            </a:endParaRPr>
          </a:p>
        </p:txBody>
      </p:sp>
      <p:sp>
        <p:nvSpPr>
          <p:cNvPr id="578" name="object 578"/>
          <p:cNvSpPr/>
          <p:nvPr/>
        </p:nvSpPr>
        <p:spPr>
          <a:xfrm>
            <a:off x="9348739" y="6697511"/>
            <a:ext cx="26034" cy="392430"/>
          </a:xfrm>
          <a:custGeom>
            <a:avLst/>
            <a:gdLst/>
            <a:ahLst/>
            <a:cxnLst/>
            <a:rect l="l" t="t" r="r" b="b"/>
            <a:pathLst>
              <a:path w="26034" h="392429">
                <a:moveTo>
                  <a:pt x="25473" y="391866"/>
                </a:moveTo>
                <a:lnTo>
                  <a:pt x="0" y="391866"/>
                </a:lnTo>
                <a:lnTo>
                  <a:pt x="0" y="0"/>
                </a:lnTo>
                <a:lnTo>
                  <a:pt x="25473" y="0"/>
                </a:lnTo>
                <a:lnTo>
                  <a:pt x="25473" y="391866"/>
                </a:lnTo>
                <a:close/>
              </a:path>
            </a:pathLst>
          </a:custGeom>
          <a:solidFill>
            <a:srgbClr val="C8BD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9" name="object 579"/>
          <p:cNvSpPr txBox="1"/>
          <p:nvPr/>
        </p:nvSpPr>
        <p:spPr>
          <a:xfrm>
            <a:off x="9336039" y="6696174"/>
            <a:ext cx="80645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-50">
                <a:solidFill>
                  <a:srgbClr val="B8AFA1"/>
                </a:solidFill>
                <a:latin typeface="Arial"/>
                <a:cs typeface="Arial"/>
              </a:rPr>
              <a:t>'</a:t>
            </a:r>
            <a:endParaRPr sz="2250">
              <a:latin typeface="Arial"/>
              <a:cs typeface="Arial"/>
            </a:endParaRPr>
          </a:p>
        </p:txBody>
      </p:sp>
      <p:sp>
        <p:nvSpPr>
          <p:cNvPr id="580" name="object 580"/>
          <p:cNvSpPr txBox="1"/>
          <p:nvPr/>
        </p:nvSpPr>
        <p:spPr>
          <a:xfrm>
            <a:off x="9613227" y="6817452"/>
            <a:ext cx="121285" cy="179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00" spc="-195">
                <a:solidFill>
                  <a:srgbClr val="8C725B"/>
                </a:solidFill>
                <a:latin typeface="Arial"/>
                <a:cs typeface="Arial"/>
              </a:rPr>
              <a:t>�</a:t>
            </a:r>
            <a:endParaRPr sz="1000">
              <a:latin typeface="Arial"/>
              <a:cs typeface="Arial"/>
            </a:endParaRPr>
          </a:p>
        </p:txBody>
      </p:sp>
      <p:sp>
        <p:nvSpPr>
          <p:cNvPr id="581" name="object 581"/>
          <p:cNvSpPr txBox="1"/>
          <p:nvPr/>
        </p:nvSpPr>
        <p:spPr>
          <a:xfrm>
            <a:off x="9586942" y="6823835"/>
            <a:ext cx="180975" cy="309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-150">
                <a:solidFill>
                  <a:srgbClr val="706959"/>
                </a:solidFill>
                <a:latin typeface="Times New Roman"/>
                <a:cs typeface="Times New Roman"/>
              </a:rPr>
              <a:t>...,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582" name="object 582"/>
          <p:cNvSpPr txBox="1"/>
          <p:nvPr/>
        </p:nvSpPr>
        <p:spPr>
          <a:xfrm>
            <a:off x="10227622" y="6913198"/>
            <a:ext cx="128905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-100">
                <a:solidFill>
                  <a:srgbClr val="A89E8C"/>
                </a:solidFill>
                <a:latin typeface="Arial"/>
                <a:cs typeface="Arial"/>
              </a:rPr>
              <a:t>'</a:t>
            </a:r>
            <a:r>
              <a:rPr dirty="0" sz="2250" spc="-100">
                <a:solidFill>
                  <a:srgbClr val="8C725B"/>
                </a:solidFill>
                <a:latin typeface="Arial"/>
                <a:cs typeface="Arial"/>
              </a:rPr>
              <a:t>,</a:t>
            </a:r>
            <a:endParaRPr sz="2250">
              <a:latin typeface="Arial"/>
              <a:cs typeface="Arial"/>
            </a:endParaRPr>
          </a:p>
        </p:txBody>
      </p:sp>
      <p:sp>
        <p:nvSpPr>
          <p:cNvPr id="583" name="object 583"/>
          <p:cNvSpPr txBox="1"/>
          <p:nvPr/>
        </p:nvSpPr>
        <p:spPr>
          <a:xfrm>
            <a:off x="8746160" y="6881283"/>
            <a:ext cx="198755" cy="8375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300" spc="-459">
                <a:solidFill>
                  <a:srgbClr val="706959"/>
                </a:solidFill>
                <a:latin typeface="Times New Roman"/>
                <a:cs typeface="Times New Roman"/>
              </a:rPr>
              <a:t>I</a:t>
            </a:r>
            <a:endParaRPr sz="5300">
              <a:latin typeface="Times New Roman"/>
              <a:cs typeface="Times New Roman"/>
            </a:endParaRPr>
          </a:p>
        </p:txBody>
      </p:sp>
      <p:sp>
        <p:nvSpPr>
          <p:cNvPr id="584" name="object 584"/>
          <p:cNvSpPr txBox="1"/>
          <p:nvPr/>
        </p:nvSpPr>
        <p:spPr>
          <a:xfrm>
            <a:off x="9692672" y="7002561"/>
            <a:ext cx="67945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-50">
                <a:solidFill>
                  <a:srgbClr val="706959"/>
                </a:solidFill>
                <a:latin typeface="Arial"/>
                <a:cs typeface="Arial"/>
              </a:rPr>
              <a:t>'</a:t>
            </a:r>
            <a:endParaRPr sz="2250">
              <a:latin typeface="Arial"/>
              <a:cs typeface="Arial"/>
            </a:endParaRPr>
          </a:p>
        </p:txBody>
      </p:sp>
      <p:sp>
        <p:nvSpPr>
          <p:cNvPr id="585" name="object 585"/>
          <p:cNvSpPr txBox="1"/>
          <p:nvPr/>
        </p:nvSpPr>
        <p:spPr>
          <a:xfrm>
            <a:off x="11182446" y="6753621"/>
            <a:ext cx="329565" cy="6540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250">
                <a:solidFill>
                  <a:srgbClr val="A89E8C"/>
                </a:solidFill>
                <a:latin typeface="Arial"/>
                <a:cs typeface="Arial"/>
              </a:rPr>
              <a:t>.</a:t>
            </a:r>
            <a:r>
              <a:rPr dirty="0" sz="2250" spc="85">
                <a:solidFill>
                  <a:srgbClr val="A89E8C"/>
                </a:solidFill>
                <a:latin typeface="Arial"/>
                <a:cs typeface="Arial"/>
              </a:rPr>
              <a:t> </a:t>
            </a:r>
            <a:r>
              <a:rPr dirty="0" sz="4100" spc="-365">
                <a:solidFill>
                  <a:srgbClr val="A89E8C"/>
                </a:solidFill>
                <a:latin typeface="Times New Roman"/>
                <a:cs typeface="Times New Roman"/>
              </a:rPr>
              <a:t>-</a:t>
            </a:r>
            <a:endParaRPr sz="4100">
              <a:latin typeface="Times New Roman"/>
              <a:cs typeface="Times New Roman"/>
            </a:endParaRPr>
          </a:p>
        </p:txBody>
      </p:sp>
      <p:sp>
        <p:nvSpPr>
          <p:cNvPr id="586" name="object 586"/>
          <p:cNvSpPr txBox="1"/>
          <p:nvPr/>
        </p:nvSpPr>
        <p:spPr>
          <a:xfrm>
            <a:off x="12006157" y="6845151"/>
            <a:ext cx="331470" cy="575945"/>
          </a:xfrm>
          <a:prstGeom prst="rect">
            <a:avLst/>
          </a:prstGeom>
          <a:solidFill>
            <a:srgbClr val="EDEBE1"/>
          </a:solidFill>
        </p:spPr>
        <p:txBody>
          <a:bodyPr wrap="square" lIns="0" tIns="190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0"/>
              </a:spcBef>
            </a:pPr>
            <a:r>
              <a:rPr dirty="0" sz="3350" spc="-310">
                <a:solidFill>
                  <a:srgbClr val="C6C1B5"/>
                </a:solidFill>
                <a:latin typeface="Times New Roman"/>
                <a:cs typeface="Times New Roman"/>
              </a:rPr>
              <a:t>-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587" name="object 587"/>
          <p:cNvSpPr/>
          <p:nvPr/>
        </p:nvSpPr>
        <p:spPr>
          <a:xfrm>
            <a:off x="9264376" y="7232608"/>
            <a:ext cx="51435" cy="209550"/>
          </a:xfrm>
          <a:custGeom>
            <a:avLst/>
            <a:gdLst/>
            <a:ahLst/>
            <a:cxnLst/>
            <a:rect l="l" t="t" r="r" b="b"/>
            <a:pathLst>
              <a:path w="51434" h="209550">
                <a:moveTo>
                  <a:pt x="50947" y="208995"/>
                </a:moveTo>
                <a:lnTo>
                  <a:pt x="0" y="208995"/>
                </a:lnTo>
                <a:lnTo>
                  <a:pt x="0" y="0"/>
                </a:lnTo>
                <a:lnTo>
                  <a:pt x="50947" y="0"/>
                </a:lnTo>
                <a:lnTo>
                  <a:pt x="50947" y="208995"/>
                </a:lnTo>
                <a:close/>
              </a:path>
            </a:pathLst>
          </a:custGeom>
          <a:solidFill>
            <a:srgbClr val="DBD1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8" name="object 588"/>
          <p:cNvSpPr txBox="1"/>
          <p:nvPr/>
        </p:nvSpPr>
        <p:spPr>
          <a:xfrm>
            <a:off x="9251677" y="7225969"/>
            <a:ext cx="66675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 spc="-50">
                <a:solidFill>
                  <a:srgbClr val="C6C1B5"/>
                </a:solidFill>
                <a:latin typeface="Arial"/>
                <a:cs typeface="Arial"/>
              </a:rPr>
              <a:t>•</a:t>
            </a:r>
            <a:endParaRPr sz="1200">
              <a:latin typeface="Arial"/>
              <a:cs typeface="Arial"/>
            </a:endParaRPr>
          </a:p>
        </p:txBody>
      </p:sp>
      <p:sp>
        <p:nvSpPr>
          <p:cNvPr id="589" name="object 589"/>
          <p:cNvSpPr txBox="1"/>
          <p:nvPr/>
        </p:nvSpPr>
        <p:spPr>
          <a:xfrm>
            <a:off x="10690463" y="7289800"/>
            <a:ext cx="349250" cy="427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0955">
              <a:lnSpc>
                <a:spcPts val="890"/>
              </a:lnSpc>
              <a:spcBef>
                <a:spcPts val="105"/>
              </a:spcBef>
            </a:pPr>
            <a:r>
              <a:rPr dirty="0" sz="1100" spc="-50">
                <a:solidFill>
                  <a:srgbClr val="A89E8C"/>
                </a:solidFill>
                <a:latin typeface="Arial"/>
                <a:cs typeface="Arial"/>
              </a:rPr>
              <a:t>I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ts val="2270"/>
              </a:lnSpc>
              <a:tabLst>
                <a:tab pos="274320" algn="l"/>
              </a:tabLst>
            </a:pPr>
            <a:r>
              <a:rPr dirty="0" sz="1800" spc="-50">
                <a:solidFill>
                  <a:srgbClr val="A89E8C"/>
                </a:solidFill>
                <a:latin typeface="Arial"/>
                <a:cs typeface="Arial"/>
              </a:rPr>
              <a:t>I</a:t>
            </a:r>
            <a:r>
              <a:rPr dirty="0" sz="1800">
                <a:solidFill>
                  <a:srgbClr val="A89E8C"/>
                </a:solidFill>
                <a:latin typeface="Arial"/>
                <a:cs typeface="Arial"/>
              </a:rPr>
              <a:t>	</a:t>
            </a:r>
            <a:r>
              <a:rPr dirty="0" sz="2250" spc="-85">
                <a:solidFill>
                  <a:srgbClr val="A89E8C"/>
                </a:solidFill>
                <a:latin typeface="Arial"/>
                <a:cs typeface="Arial"/>
              </a:rPr>
              <a:t>I</a:t>
            </a:r>
            <a:endParaRPr sz="2250">
              <a:latin typeface="Arial"/>
              <a:cs typeface="Arial"/>
            </a:endParaRPr>
          </a:p>
        </p:txBody>
      </p:sp>
      <p:sp>
        <p:nvSpPr>
          <p:cNvPr id="590" name="object 590"/>
          <p:cNvSpPr/>
          <p:nvPr/>
        </p:nvSpPr>
        <p:spPr>
          <a:xfrm>
            <a:off x="9262999" y="7592161"/>
            <a:ext cx="41275" cy="458470"/>
          </a:xfrm>
          <a:custGeom>
            <a:avLst/>
            <a:gdLst/>
            <a:ahLst/>
            <a:cxnLst/>
            <a:rect l="l" t="t" r="r" b="b"/>
            <a:pathLst>
              <a:path w="41275" h="458470">
                <a:moveTo>
                  <a:pt x="41160" y="0"/>
                </a:moveTo>
                <a:lnTo>
                  <a:pt x="2946" y="0"/>
                </a:lnTo>
                <a:lnTo>
                  <a:pt x="2946" y="319074"/>
                </a:lnTo>
                <a:lnTo>
                  <a:pt x="0" y="319074"/>
                </a:lnTo>
                <a:lnTo>
                  <a:pt x="0" y="458406"/>
                </a:lnTo>
                <a:lnTo>
                  <a:pt x="38201" y="458406"/>
                </a:lnTo>
                <a:lnTo>
                  <a:pt x="38201" y="352298"/>
                </a:lnTo>
                <a:lnTo>
                  <a:pt x="41160" y="352298"/>
                </a:lnTo>
                <a:lnTo>
                  <a:pt x="41160" y="0"/>
                </a:lnTo>
                <a:close/>
              </a:path>
            </a:pathLst>
          </a:custGeom>
          <a:solidFill>
            <a:srgbClr val="DBD1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1" name="object 591"/>
          <p:cNvSpPr txBox="1"/>
          <p:nvPr/>
        </p:nvSpPr>
        <p:spPr>
          <a:xfrm>
            <a:off x="9250300" y="7589804"/>
            <a:ext cx="86995" cy="46100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5240">
              <a:lnSpc>
                <a:spcPts val="2460"/>
              </a:lnSpc>
              <a:spcBef>
                <a:spcPts val="110"/>
              </a:spcBef>
            </a:pPr>
            <a:r>
              <a:rPr dirty="0" sz="2050" spc="-180">
                <a:solidFill>
                  <a:srgbClr val="B8AFA1"/>
                </a:solidFill>
                <a:latin typeface="Times New Roman"/>
                <a:cs typeface="Times New Roman"/>
              </a:rPr>
              <a:t>I</a:t>
            </a: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ts val="960"/>
              </a:lnSpc>
            </a:pPr>
            <a:r>
              <a:rPr dirty="0" sz="800" spc="-50">
                <a:solidFill>
                  <a:srgbClr val="C6C1B5"/>
                </a:solidFill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592" name="object 592"/>
          <p:cNvSpPr txBox="1"/>
          <p:nvPr/>
        </p:nvSpPr>
        <p:spPr>
          <a:xfrm>
            <a:off x="9842282" y="7519590"/>
            <a:ext cx="538480" cy="5619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14"/>
              </a:spcBef>
              <a:tabLst>
                <a:tab pos="456565" algn="l"/>
              </a:tabLst>
            </a:pPr>
            <a:r>
              <a:rPr dirty="0" sz="3500" spc="-215">
                <a:solidFill>
                  <a:srgbClr val="A89E8C"/>
                </a:solidFill>
                <a:latin typeface="Arial"/>
                <a:cs typeface="Arial"/>
              </a:rPr>
              <a:t>r</a:t>
            </a:r>
            <a:r>
              <a:rPr dirty="0" sz="3500" spc="-2570">
                <a:solidFill>
                  <a:srgbClr val="706959"/>
                </a:solidFill>
                <a:latin typeface="Arial"/>
                <a:cs typeface="Arial"/>
              </a:rPr>
              <a:t>�</a:t>
            </a:r>
            <a:r>
              <a:rPr dirty="0" baseline="111111" sz="1500" spc="-330">
                <a:solidFill>
                  <a:srgbClr val="5D4F41"/>
                </a:solidFill>
                <a:latin typeface="Arial"/>
                <a:cs typeface="Arial"/>
              </a:rPr>
              <a:t>�</a:t>
            </a:r>
            <a:r>
              <a:rPr dirty="0" baseline="111111" sz="1500">
                <a:solidFill>
                  <a:srgbClr val="5D4F41"/>
                </a:solidFill>
                <a:latin typeface="Arial"/>
                <a:cs typeface="Arial"/>
              </a:rPr>
              <a:t>	</a:t>
            </a:r>
            <a:r>
              <a:rPr dirty="0" sz="1600" spc="-50">
                <a:solidFill>
                  <a:srgbClr val="A89E8C"/>
                </a:solidFill>
                <a:latin typeface="Times New Roman"/>
                <a:cs typeface="Times New Roman"/>
              </a:rPr>
              <a:t>I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93" name="object 593"/>
          <p:cNvSpPr/>
          <p:nvPr/>
        </p:nvSpPr>
        <p:spPr>
          <a:xfrm>
            <a:off x="11882367" y="7744335"/>
            <a:ext cx="38735" cy="392430"/>
          </a:xfrm>
          <a:custGeom>
            <a:avLst/>
            <a:gdLst/>
            <a:ahLst/>
            <a:cxnLst/>
            <a:rect l="l" t="t" r="r" b="b"/>
            <a:pathLst>
              <a:path w="38734" h="392429">
                <a:moveTo>
                  <a:pt x="38210" y="391866"/>
                </a:moveTo>
                <a:lnTo>
                  <a:pt x="0" y="391866"/>
                </a:lnTo>
                <a:lnTo>
                  <a:pt x="0" y="0"/>
                </a:lnTo>
                <a:lnTo>
                  <a:pt x="38210" y="0"/>
                </a:lnTo>
                <a:lnTo>
                  <a:pt x="38210" y="391866"/>
                </a:lnTo>
                <a:close/>
              </a:path>
            </a:pathLst>
          </a:custGeom>
          <a:solidFill>
            <a:srgbClr val="EDEB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4" name="object 594"/>
          <p:cNvSpPr txBox="1"/>
          <p:nvPr/>
        </p:nvSpPr>
        <p:spPr>
          <a:xfrm>
            <a:off x="11869666" y="7742998"/>
            <a:ext cx="76835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-170">
                <a:solidFill>
                  <a:srgbClr val="C6C1B5"/>
                </a:solidFill>
                <a:latin typeface="Arial"/>
                <a:cs typeface="Arial"/>
              </a:rPr>
              <a:t>I</a:t>
            </a:r>
            <a:endParaRPr sz="2250">
              <a:latin typeface="Arial"/>
              <a:cs typeface="Arial"/>
            </a:endParaRPr>
          </a:p>
        </p:txBody>
      </p:sp>
      <p:sp>
        <p:nvSpPr>
          <p:cNvPr id="595" name="object 595"/>
          <p:cNvSpPr txBox="1"/>
          <p:nvPr/>
        </p:nvSpPr>
        <p:spPr>
          <a:xfrm>
            <a:off x="9062298" y="8189813"/>
            <a:ext cx="575310" cy="2787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200660" algn="l"/>
                <a:tab pos="355600" algn="l"/>
              </a:tabLst>
            </a:pPr>
            <a:r>
              <a:rPr dirty="0" sz="1650" spc="-50">
                <a:solidFill>
                  <a:srgbClr val="A89E8C"/>
                </a:solidFill>
                <a:latin typeface="Arial"/>
                <a:cs typeface="Arial"/>
              </a:rPr>
              <a:t>.</a:t>
            </a:r>
            <a:r>
              <a:rPr dirty="0" sz="1650">
                <a:solidFill>
                  <a:srgbClr val="A89E8C"/>
                </a:solidFill>
                <a:latin typeface="Arial"/>
                <a:cs typeface="Arial"/>
              </a:rPr>
              <a:t>	</a:t>
            </a:r>
            <a:r>
              <a:rPr dirty="0" sz="1650" spc="-50">
                <a:solidFill>
                  <a:srgbClr val="A89E8C"/>
                </a:solidFill>
                <a:latin typeface="Arial"/>
                <a:cs typeface="Arial"/>
              </a:rPr>
              <a:t>'</a:t>
            </a:r>
            <a:r>
              <a:rPr dirty="0" sz="1650">
                <a:solidFill>
                  <a:srgbClr val="A89E8C"/>
                </a:solidFill>
                <a:latin typeface="Arial"/>
                <a:cs typeface="Arial"/>
              </a:rPr>
              <a:t>	I</a:t>
            </a:r>
            <a:r>
              <a:rPr dirty="0" sz="1650" spc="355">
                <a:solidFill>
                  <a:srgbClr val="A89E8C"/>
                </a:solidFill>
                <a:latin typeface="Arial"/>
                <a:cs typeface="Arial"/>
              </a:rPr>
              <a:t> </a:t>
            </a:r>
            <a:r>
              <a:rPr dirty="0" baseline="4444" sz="1875" spc="-75">
                <a:solidFill>
                  <a:srgbClr val="A0856B"/>
                </a:solidFill>
                <a:latin typeface="Arial"/>
                <a:cs typeface="Arial"/>
              </a:rPr>
              <a:t>,</a:t>
            </a:r>
            <a:endParaRPr baseline="4444" sz="1875">
              <a:latin typeface="Arial"/>
              <a:cs typeface="Arial"/>
            </a:endParaRPr>
          </a:p>
        </p:txBody>
      </p:sp>
      <p:sp>
        <p:nvSpPr>
          <p:cNvPr id="596" name="object 596"/>
          <p:cNvSpPr txBox="1"/>
          <p:nvPr/>
        </p:nvSpPr>
        <p:spPr>
          <a:xfrm>
            <a:off x="9805357" y="8228111"/>
            <a:ext cx="107950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250" spc="-20">
                <a:solidFill>
                  <a:srgbClr val="A89E8C"/>
                </a:solidFill>
                <a:latin typeface="Arial"/>
                <a:cs typeface="Arial"/>
              </a:rPr>
              <a:t>I</a:t>
            </a:r>
            <a:r>
              <a:rPr dirty="0" sz="1250" spc="-170">
                <a:solidFill>
                  <a:srgbClr val="A89E8C"/>
                </a:solidFill>
                <a:latin typeface="Arial"/>
                <a:cs typeface="Arial"/>
              </a:rPr>
              <a:t> </a:t>
            </a:r>
            <a:r>
              <a:rPr dirty="0" sz="1250" spc="-50">
                <a:solidFill>
                  <a:srgbClr val="A89E8C"/>
                </a:solidFill>
                <a:latin typeface="Arial"/>
                <a:cs typeface="Arial"/>
              </a:rPr>
              <a:t>'</a:t>
            </a:r>
            <a:endParaRPr sz="1250">
              <a:latin typeface="Arial"/>
              <a:cs typeface="Arial"/>
            </a:endParaRPr>
          </a:p>
        </p:txBody>
      </p:sp>
      <p:sp>
        <p:nvSpPr>
          <p:cNvPr id="597" name="object 597"/>
          <p:cNvSpPr txBox="1"/>
          <p:nvPr/>
        </p:nvSpPr>
        <p:spPr>
          <a:xfrm>
            <a:off x="10292914" y="8228111"/>
            <a:ext cx="45720" cy="17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950" spc="-50">
                <a:solidFill>
                  <a:srgbClr val="A89E8C"/>
                </a:solidFill>
                <a:latin typeface="Arial"/>
                <a:cs typeface="Arial"/>
              </a:rPr>
              <a:t>I</a:t>
            </a:r>
            <a:endParaRPr sz="950">
              <a:latin typeface="Arial"/>
              <a:cs typeface="Arial"/>
            </a:endParaRPr>
          </a:p>
        </p:txBody>
      </p:sp>
      <p:sp>
        <p:nvSpPr>
          <p:cNvPr id="598" name="object 598"/>
          <p:cNvSpPr txBox="1"/>
          <p:nvPr/>
        </p:nvSpPr>
        <p:spPr>
          <a:xfrm>
            <a:off x="10698755" y="8132365"/>
            <a:ext cx="339090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11454" algn="l"/>
              </a:tabLst>
            </a:pPr>
            <a:r>
              <a:rPr dirty="0" sz="1100" spc="-50">
                <a:solidFill>
                  <a:srgbClr val="A0856B"/>
                </a:solidFill>
                <a:latin typeface="Arial"/>
                <a:cs typeface="Arial"/>
              </a:rPr>
              <a:t>I</a:t>
            </a:r>
            <a:r>
              <a:rPr dirty="0" sz="1100">
                <a:solidFill>
                  <a:srgbClr val="A0856B"/>
                </a:solidFill>
                <a:latin typeface="Arial"/>
                <a:cs typeface="Arial"/>
              </a:rPr>
              <a:t>	</a:t>
            </a:r>
            <a:r>
              <a:rPr dirty="0" sz="1600" spc="-25">
                <a:solidFill>
                  <a:srgbClr val="A0856B"/>
                </a:solidFill>
                <a:latin typeface="Times New Roman"/>
                <a:cs typeface="Times New Roman"/>
              </a:rPr>
              <a:t>I</a:t>
            </a:r>
            <a:r>
              <a:rPr dirty="0" sz="1600" spc="-25">
                <a:solidFill>
                  <a:srgbClr val="A89E8C"/>
                </a:solidFill>
                <a:latin typeface="Times New Roman"/>
                <a:cs typeface="Times New Roman"/>
              </a:rPr>
              <a:t>,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99" name="object 599"/>
          <p:cNvSpPr/>
          <p:nvPr/>
        </p:nvSpPr>
        <p:spPr>
          <a:xfrm>
            <a:off x="14017998" y="3702445"/>
            <a:ext cx="1490345" cy="0"/>
          </a:xfrm>
          <a:custGeom>
            <a:avLst/>
            <a:gdLst/>
            <a:ahLst/>
            <a:cxnLst/>
            <a:rect l="l" t="t" r="r" b="b"/>
            <a:pathLst>
              <a:path w="1490344" h="0">
                <a:moveTo>
                  <a:pt x="0" y="0"/>
                </a:moveTo>
                <a:lnTo>
                  <a:pt x="1490219" y="0"/>
                </a:lnTo>
              </a:path>
            </a:pathLst>
          </a:custGeom>
          <a:ln w="12766">
            <a:solidFill>
              <a:srgbClr val="13131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0" name="object 600"/>
          <p:cNvSpPr txBox="1"/>
          <p:nvPr/>
        </p:nvSpPr>
        <p:spPr>
          <a:xfrm>
            <a:off x="14001546" y="2515261"/>
            <a:ext cx="2795270" cy="127698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ts val="2855"/>
              </a:lnSpc>
              <a:spcBef>
                <a:spcPts val="115"/>
              </a:spcBef>
            </a:pPr>
            <a:r>
              <a:rPr dirty="0" sz="2100" b="1">
                <a:solidFill>
                  <a:srgbClr val="131311"/>
                </a:solidFill>
                <a:latin typeface="Times New Roman"/>
                <a:cs typeface="Times New Roman"/>
              </a:rPr>
              <a:t>7J&lt;�</a:t>
            </a:r>
            <a:r>
              <a:rPr dirty="0" sz="2300" b="1">
                <a:solidFill>
                  <a:srgbClr val="131311"/>
                </a:solidFill>
                <a:latin typeface="Arial"/>
                <a:cs typeface="Arial"/>
              </a:rPr>
              <a:t>tJ</a:t>
            </a:r>
            <a:r>
              <a:rPr dirty="0" sz="2300" b="1" i="1">
                <a:solidFill>
                  <a:srgbClr val="131311"/>
                </a:solidFill>
                <a:latin typeface="Arial"/>
                <a:cs typeface="Arial"/>
              </a:rPr>
              <a:t>0)-</a:t>
            </a:r>
            <a:r>
              <a:rPr dirty="0" sz="2300" spc="200" b="1" i="1">
                <a:solidFill>
                  <a:srgbClr val="131311"/>
                </a:solidFill>
                <a:latin typeface="Arial"/>
                <a:cs typeface="Arial"/>
              </a:rPr>
              <a:t>f-</a:t>
            </a:r>
            <a:r>
              <a:rPr dirty="0" sz="2300" spc="170" b="1" i="1">
                <a:solidFill>
                  <a:srgbClr val="131311"/>
                </a:solidFill>
                <a:latin typeface="Arial"/>
                <a:cs typeface="Arial"/>
              </a:rPr>
              <a:t>j</a:t>
            </a:r>
            <a:r>
              <a:rPr dirty="0" sz="2300" spc="-125" b="1" i="1">
                <a:solidFill>
                  <a:srgbClr val="131311"/>
                </a:solidFill>
                <a:latin typeface="Arial"/>
                <a:cs typeface="Arial"/>
              </a:rPr>
              <a:t> </a:t>
            </a:r>
            <a:r>
              <a:rPr dirty="0" sz="2700" spc="-470" b="1" i="1">
                <a:latin typeface="Arial"/>
                <a:cs typeface="Arial"/>
              </a:rPr>
              <a:t>C</a:t>
            </a:r>
            <a:r>
              <a:rPr dirty="0" sz="2700" spc="-470" i="1">
                <a:latin typeface="Arial"/>
                <a:cs typeface="Arial"/>
              </a:rPr>
              <a:t>���</a:t>
            </a:r>
            <a:endParaRPr sz="2700">
              <a:latin typeface="Arial"/>
              <a:cs typeface="Arial"/>
            </a:endParaRPr>
          </a:p>
          <a:p>
            <a:pPr marL="16510">
              <a:lnSpc>
                <a:spcPts val="3504"/>
              </a:lnSpc>
            </a:pPr>
            <a:r>
              <a:rPr dirty="0" sz="3350" spc="-560" b="1">
                <a:latin typeface="Arial"/>
                <a:cs typeface="Arial"/>
              </a:rPr>
              <a:t>c-</a:t>
            </a:r>
            <a:r>
              <a:rPr dirty="0" sz="3350" spc="-345" b="1">
                <a:latin typeface="Arial"/>
                <a:cs typeface="Arial"/>
              </a:rPr>
              <a:t>..</a:t>
            </a:r>
            <a:r>
              <a:rPr dirty="0" sz="3350" spc="250" b="1">
                <a:latin typeface="Arial"/>
                <a:cs typeface="Arial"/>
              </a:rPr>
              <a:t> </a:t>
            </a:r>
            <a:r>
              <a:rPr dirty="0" sz="3050" spc="-10" b="1">
                <a:latin typeface="Times New Roman"/>
                <a:cs typeface="Times New Roman"/>
              </a:rPr>
              <a:t>$80)�fi�lll:</a:t>
            </a:r>
            <a:endParaRPr sz="3050">
              <a:latin typeface="Times New Roman"/>
              <a:cs typeface="Times New Roman"/>
            </a:endParaRPr>
          </a:p>
          <a:p>
            <a:pPr marL="15875">
              <a:lnSpc>
                <a:spcPts val="3475"/>
              </a:lnSpc>
            </a:pPr>
            <a:r>
              <a:rPr dirty="0" sz="3000" spc="-395" b="1">
                <a:solidFill>
                  <a:srgbClr val="131311"/>
                </a:solidFill>
                <a:latin typeface="Arial"/>
                <a:cs typeface="Arial"/>
              </a:rPr>
              <a:t>*ti�WU�o</a:t>
            </a:r>
            <a:endParaRPr sz="3000">
              <a:latin typeface="Arial"/>
              <a:cs typeface="Arial"/>
            </a:endParaRPr>
          </a:p>
        </p:txBody>
      </p:sp>
      <p:sp>
        <p:nvSpPr>
          <p:cNvPr id="601" name="object 601"/>
          <p:cNvSpPr txBox="1"/>
          <p:nvPr/>
        </p:nvSpPr>
        <p:spPr>
          <a:xfrm>
            <a:off x="14162239" y="3657831"/>
            <a:ext cx="1321435" cy="492759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050" spc="-110" b="1">
                <a:latin typeface="Times New Roman"/>
                <a:cs typeface="Times New Roman"/>
              </a:rPr>
              <a:t>rtcti"'*J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602" name="object 602"/>
          <p:cNvSpPr txBox="1"/>
          <p:nvPr/>
        </p:nvSpPr>
        <p:spPr>
          <a:xfrm>
            <a:off x="15662147" y="3759960"/>
            <a:ext cx="1490345" cy="3702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250" spc="-50" b="1">
                <a:latin typeface="Arial"/>
                <a:cs typeface="Arial"/>
              </a:rPr>
              <a:t>tJ</a:t>
            </a:r>
            <a:r>
              <a:rPr dirty="0" sz="2250" spc="-50" b="1">
                <a:solidFill>
                  <a:srgbClr val="262821"/>
                </a:solidFill>
                <a:latin typeface="Arial"/>
                <a:cs typeface="Arial"/>
              </a:rPr>
              <a:t>,</a:t>
            </a:r>
            <a:r>
              <a:rPr dirty="0" sz="2250" spc="-50" b="1">
                <a:latin typeface="Arial"/>
                <a:cs typeface="Arial"/>
              </a:rPr>
              <a:t>€,�ifiip]j</a:t>
            </a:r>
            <a:endParaRPr sz="2250">
              <a:latin typeface="Arial"/>
              <a:cs typeface="Arial"/>
            </a:endParaRPr>
          </a:p>
        </p:txBody>
      </p:sp>
      <p:sp>
        <p:nvSpPr>
          <p:cNvPr id="603" name="object 603"/>
          <p:cNvSpPr txBox="1"/>
          <p:nvPr/>
        </p:nvSpPr>
        <p:spPr>
          <a:xfrm>
            <a:off x="14008455" y="4040815"/>
            <a:ext cx="2847975" cy="5238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200" spc="85" b="1">
                <a:latin typeface="Times New Roman"/>
                <a:cs typeface="Times New Roman"/>
              </a:rPr>
              <a:t>A..O)iifi</a:t>
            </a:r>
            <a:r>
              <a:rPr dirty="0" sz="2300" spc="85" b="1">
                <a:latin typeface="Arial"/>
                <a:cs typeface="Arial"/>
              </a:rPr>
              <a:t>JL,-</a:t>
            </a:r>
            <a:r>
              <a:rPr dirty="0" sz="2300" spc="-350" b="1">
                <a:latin typeface="Arial"/>
                <a:cs typeface="Arial"/>
              </a:rPr>
              <a:t> </a:t>
            </a:r>
            <a:r>
              <a:rPr dirty="0" sz="3250" spc="-10" b="1">
                <a:latin typeface="Times New Roman"/>
                <a:cs typeface="Times New Roman"/>
              </a:rPr>
              <a:t>"tiil</a:t>
            </a:r>
            <a:r>
              <a:rPr dirty="0" sz="3250" spc="-10" b="1">
                <a:latin typeface="Times New Roman"/>
                <a:cs typeface="Times New Roman"/>
              </a:rPr>
              <a:t>�</a:t>
            </a:r>
            <a:endParaRPr sz="3250">
              <a:latin typeface="Times New Roman"/>
              <a:cs typeface="Times New Roman"/>
            </a:endParaRPr>
          </a:p>
        </p:txBody>
      </p:sp>
      <p:sp>
        <p:nvSpPr>
          <p:cNvPr id="604" name="object 604"/>
          <p:cNvSpPr txBox="1"/>
          <p:nvPr/>
        </p:nvSpPr>
        <p:spPr>
          <a:xfrm>
            <a:off x="13959775" y="5802543"/>
            <a:ext cx="2897505" cy="175196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54610">
              <a:lnSpc>
                <a:spcPct val="100000"/>
              </a:lnSpc>
              <a:spcBef>
                <a:spcPts val="114"/>
              </a:spcBef>
              <a:tabLst>
                <a:tab pos="906144" algn="l"/>
                <a:tab pos="1599565" algn="l"/>
                <a:tab pos="2628900" algn="l"/>
              </a:tabLst>
            </a:pPr>
            <a:r>
              <a:rPr dirty="0" sz="2350" spc="-10" b="1" i="1">
                <a:latin typeface="Arial"/>
                <a:cs typeface="Arial"/>
              </a:rPr>
              <a:t>J</a:t>
            </a:r>
            <a:r>
              <a:rPr dirty="0" sz="2200" spc="-10" b="1" i="1">
                <a:solidFill>
                  <a:srgbClr val="131311"/>
                </a:solidFill>
                <a:latin typeface="Times New Roman"/>
                <a:cs typeface="Times New Roman"/>
              </a:rPr>
              <a:t>("1</a:t>
            </a:r>
            <a:r>
              <a:rPr dirty="0" baseline="25089" sz="2325" spc="-15" b="1" i="1">
                <a:solidFill>
                  <a:srgbClr val="131311"/>
                </a:solidFill>
                <a:latin typeface="Arial"/>
                <a:cs typeface="Arial"/>
              </a:rPr>
              <a:t>1</a:t>
            </a:r>
            <a:r>
              <a:rPr dirty="0" sz="1550" spc="-10" b="1" i="1">
                <a:solidFill>
                  <a:srgbClr val="131311"/>
                </a:solidFill>
                <a:latin typeface="Arial"/>
                <a:cs typeface="Arial"/>
              </a:rPr>
              <a:t>)</a:t>
            </a:r>
            <a:r>
              <a:rPr dirty="0" sz="1550" b="1" i="1">
                <a:solidFill>
                  <a:srgbClr val="131311"/>
                </a:solidFill>
                <a:latin typeface="Arial"/>
                <a:cs typeface="Arial"/>
              </a:rPr>
              <a:t>	</a:t>
            </a:r>
            <a:r>
              <a:rPr dirty="0" sz="1550">
                <a:solidFill>
                  <a:srgbClr val="131311"/>
                </a:solidFill>
                <a:latin typeface="Arial"/>
                <a:cs typeface="Arial"/>
              </a:rPr>
              <a:t>·�</a:t>
            </a:r>
            <a:r>
              <a:rPr dirty="0" sz="1550" spc="-75">
                <a:solidFill>
                  <a:srgbClr val="131311"/>
                </a:solidFill>
                <a:latin typeface="Arial"/>
                <a:cs typeface="Arial"/>
              </a:rPr>
              <a:t> </a:t>
            </a:r>
            <a:r>
              <a:rPr dirty="0" sz="2900" spc="-50">
                <a:latin typeface="Arial"/>
                <a:cs typeface="Arial"/>
              </a:rPr>
              <a:t>?</a:t>
            </a:r>
            <a:r>
              <a:rPr dirty="0" sz="2900">
                <a:latin typeface="Arial"/>
                <a:cs typeface="Arial"/>
              </a:rPr>
              <a:t>	</a:t>
            </a:r>
            <a:r>
              <a:rPr dirty="0" sz="2600" spc="-10" b="1">
                <a:latin typeface="Arial"/>
                <a:cs typeface="Arial"/>
              </a:rPr>
              <a:t>(LDK)</a:t>
            </a:r>
            <a:r>
              <a:rPr dirty="0" sz="2600" b="1">
                <a:latin typeface="Arial"/>
                <a:cs typeface="Arial"/>
              </a:rPr>
              <a:t>	</a:t>
            </a:r>
            <a:r>
              <a:rPr dirty="0" sz="3350" spc="-50" b="1" i="1">
                <a:latin typeface="Times New Roman"/>
                <a:cs typeface="Times New Roman"/>
              </a:rPr>
              <a:t>t</a:t>
            </a:r>
            <a:endParaRPr sz="3350">
              <a:latin typeface="Times New Roman"/>
              <a:cs typeface="Times New Roman"/>
            </a:endParaRPr>
          </a:p>
          <a:p>
            <a:pPr marL="61594">
              <a:lnSpc>
                <a:spcPct val="100000"/>
              </a:lnSpc>
              <a:spcBef>
                <a:spcPts val="100"/>
              </a:spcBef>
              <a:tabLst>
                <a:tab pos="1453515" algn="l"/>
                <a:tab pos="1841500" algn="l"/>
              </a:tabLst>
            </a:pPr>
            <a:r>
              <a:rPr dirty="0" sz="2650" spc="380" b="1">
                <a:latin typeface="Arial"/>
                <a:cs typeface="Arial"/>
              </a:rPr>
              <a:t>75-</a:t>
            </a:r>
            <a:r>
              <a:rPr dirty="0" sz="2650" spc="260" b="1">
                <a:latin typeface="Arial"/>
                <a:cs typeface="Arial"/>
              </a:rPr>
              <a:t>f"'-</a:t>
            </a:r>
            <a:r>
              <a:rPr dirty="0" sz="2650" b="1">
                <a:latin typeface="Arial"/>
                <a:cs typeface="Arial"/>
              </a:rPr>
              <a:t>	</a:t>
            </a:r>
            <a:r>
              <a:rPr dirty="0" sz="2550" spc="-355" b="1">
                <a:latin typeface="Arial"/>
                <a:cs typeface="Arial"/>
              </a:rPr>
              <a:t>i...</a:t>
            </a:r>
            <a:r>
              <a:rPr dirty="0" sz="2550" b="1">
                <a:latin typeface="Arial"/>
                <a:cs typeface="Arial"/>
              </a:rPr>
              <a:t>	</a:t>
            </a:r>
            <a:r>
              <a:rPr dirty="0" sz="2650" spc="40" b="1">
                <a:latin typeface="Arial"/>
                <a:cs typeface="Arial"/>
              </a:rPr>
              <a:t>(�M)</a:t>
            </a:r>
            <a:endParaRPr sz="26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85"/>
              </a:spcBef>
              <a:tabLst>
                <a:tab pos="2255520" algn="l"/>
              </a:tabLst>
            </a:pPr>
            <a:r>
              <a:rPr dirty="0" sz="2400" spc="385" b="1">
                <a:latin typeface="Arial"/>
                <a:cs typeface="Arial"/>
              </a:rPr>
              <a:t>��fil��-</a:t>
            </a:r>
            <a:r>
              <a:rPr dirty="0" sz="2400" spc="40" b="1">
                <a:latin typeface="Arial"/>
                <a:cs typeface="Arial"/>
              </a:rPr>
              <a:t>L,..</a:t>
            </a:r>
            <a:r>
              <a:rPr dirty="0" sz="2400" b="1">
                <a:latin typeface="Arial"/>
                <a:cs typeface="Arial"/>
              </a:rPr>
              <a:t>	</a:t>
            </a:r>
            <a:r>
              <a:rPr dirty="0" sz="2400" spc="-80" b="1" i="1">
                <a:latin typeface="Arial"/>
                <a:cs typeface="Arial"/>
              </a:rPr>
              <a:t>TI.,</a:t>
            </a:r>
            <a:endParaRPr sz="2400">
              <a:latin typeface="Arial"/>
              <a:cs typeface="Arial"/>
            </a:endParaRPr>
          </a:p>
          <a:p>
            <a:pPr marL="75565">
              <a:lnSpc>
                <a:spcPct val="100000"/>
              </a:lnSpc>
              <a:spcBef>
                <a:spcPts val="385"/>
              </a:spcBef>
            </a:pPr>
            <a:r>
              <a:rPr dirty="0" sz="2350" spc="125" b="1">
                <a:latin typeface="Arial"/>
                <a:cs typeface="Arial"/>
              </a:rPr>
              <a:t>'7-</a:t>
            </a:r>
            <a:r>
              <a:rPr dirty="0" sz="2350" spc="50" b="1">
                <a:latin typeface="Arial"/>
                <a:cs typeface="Arial"/>
              </a:rPr>
              <a:t>?�*�lffi=t,�1{)</a:t>
            </a:r>
            <a:endParaRPr sz="2350">
              <a:latin typeface="Arial"/>
              <a:cs typeface="Arial"/>
            </a:endParaRPr>
          </a:p>
        </p:txBody>
      </p:sp>
      <p:sp>
        <p:nvSpPr>
          <p:cNvPr id="605" name="object 605"/>
          <p:cNvSpPr txBox="1"/>
          <p:nvPr/>
        </p:nvSpPr>
        <p:spPr>
          <a:xfrm>
            <a:off x="16155860" y="9479194"/>
            <a:ext cx="1246505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 spc="55">
                <a:solidFill>
                  <a:srgbClr val="262821"/>
                </a:solidFill>
                <a:latin typeface="Arial"/>
                <a:cs typeface="Arial"/>
              </a:rPr>
              <a:t>""'</a:t>
            </a:r>
            <a:r>
              <a:rPr dirty="0" sz="1250" spc="229">
                <a:solidFill>
                  <a:srgbClr val="262821"/>
                </a:solidFill>
                <a:latin typeface="Arial"/>
                <a:cs typeface="Arial"/>
              </a:rPr>
              <a:t> </a:t>
            </a:r>
            <a:r>
              <a:rPr dirty="0" sz="1250" spc="-10" b="1">
                <a:solidFill>
                  <a:srgbClr val="262821"/>
                </a:solidFill>
                <a:latin typeface="Arial"/>
                <a:cs typeface="Arial"/>
              </a:rPr>
              <a:t>NotebookLM</a:t>
            </a:r>
            <a:endParaRPr sz="1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2026-02-09T03:22:45Z</dcterms:created>
  <dcterms:modified xsi:type="dcterms:W3CDTF">2026-02-09T03:22:45Z</dcterms:modified>
</cp:coreProperties>
</file>