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4470400" cy="5149850"/>
  <p:notesSz cx="4470400" cy="5149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5280" y="1596453"/>
            <a:ext cx="379984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70560" y="2883916"/>
            <a:ext cx="312928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23520" y="1184465"/>
            <a:ext cx="1944624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02256" y="1184465"/>
            <a:ext cx="1944624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3520" y="205994"/>
            <a:ext cx="4023360" cy="8239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3520" y="1184465"/>
            <a:ext cx="402336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519936" y="4789360"/>
            <a:ext cx="1430528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23520" y="4789360"/>
            <a:ext cx="1028192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218688" y="4789360"/>
            <a:ext cx="1028192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jp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Relationship Id="rId56" Type="http://schemas.openxmlformats.org/officeDocument/2006/relationships/image" Target="../media/image55.png"/><Relationship Id="rId57" Type="http://schemas.openxmlformats.org/officeDocument/2006/relationships/image" Target="../media/image56.png"/><Relationship Id="rId58" Type="http://schemas.openxmlformats.org/officeDocument/2006/relationships/image" Target="../media/image57.png"/><Relationship Id="rId59" Type="http://schemas.openxmlformats.org/officeDocument/2006/relationships/image" Target="../media/image58.png"/><Relationship Id="rId60" Type="http://schemas.openxmlformats.org/officeDocument/2006/relationships/image" Target="../media/image59.png"/><Relationship Id="rId61" Type="http://schemas.openxmlformats.org/officeDocument/2006/relationships/image" Target="../media/image60.png"/><Relationship Id="rId62" Type="http://schemas.openxmlformats.org/officeDocument/2006/relationships/image" Target="../media/image61.png"/><Relationship Id="rId63" Type="http://schemas.openxmlformats.org/officeDocument/2006/relationships/image" Target="../media/image62.png"/><Relationship Id="rId64" Type="http://schemas.openxmlformats.org/officeDocument/2006/relationships/image" Target="../media/image63.png"/><Relationship Id="rId65" Type="http://schemas.openxmlformats.org/officeDocument/2006/relationships/image" Target="../media/image64.png"/><Relationship Id="rId66" Type="http://schemas.openxmlformats.org/officeDocument/2006/relationships/image" Target="../media/image65.png"/><Relationship Id="rId67" Type="http://schemas.openxmlformats.org/officeDocument/2006/relationships/image" Target="../media/image66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-19045"/>
            <a:ext cx="4502150" cy="5186680"/>
            <a:chOff x="-19050" y="-19045"/>
            <a:chExt cx="4502150" cy="5186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463999" cy="37764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8269" y="1029690"/>
              <a:ext cx="3107055" cy="2066289"/>
            </a:xfrm>
            <a:custGeom>
              <a:avLst/>
              <a:gdLst/>
              <a:ahLst/>
              <a:cxnLst/>
              <a:rect l="l" t="t" r="r" b="b"/>
              <a:pathLst>
                <a:path w="3107055" h="2066289">
                  <a:moveTo>
                    <a:pt x="3009771" y="0"/>
                  </a:moveTo>
                  <a:lnTo>
                    <a:pt x="96731" y="0"/>
                  </a:lnTo>
                  <a:lnTo>
                    <a:pt x="77771" y="1876"/>
                  </a:lnTo>
                  <a:lnTo>
                    <a:pt x="28331" y="28333"/>
                  </a:lnTo>
                  <a:lnTo>
                    <a:pt x="1875" y="77777"/>
                  </a:lnTo>
                  <a:lnTo>
                    <a:pt x="0" y="96735"/>
                  </a:lnTo>
                  <a:lnTo>
                    <a:pt x="0" y="1969109"/>
                  </a:lnTo>
                  <a:lnTo>
                    <a:pt x="16251" y="2022775"/>
                  </a:lnTo>
                  <a:lnTo>
                    <a:pt x="59713" y="2058479"/>
                  </a:lnTo>
                  <a:lnTo>
                    <a:pt x="96731" y="2065845"/>
                  </a:lnTo>
                  <a:lnTo>
                    <a:pt x="3009771" y="2065845"/>
                  </a:lnTo>
                  <a:lnTo>
                    <a:pt x="3063442" y="2049589"/>
                  </a:lnTo>
                  <a:lnTo>
                    <a:pt x="3099140" y="2006125"/>
                  </a:lnTo>
                  <a:lnTo>
                    <a:pt x="3106506" y="1969109"/>
                  </a:lnTo>
                  <a:lnTo>
                    <a:pt x="3106506" y="96735"/>
                  </a:lnTo>
                  <a:lnTo>
                    <a:pt x="3090251" y="43070"/>
                  </a:lnTo>
                  <a:lnTo>
                    <a:pt x="3046791" y="7365"/>
                  </a:lnTo>
                  <a:lnTo>
                    <a:pt x="30097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1057" y="804793"/>
              <a:ext cx="1472941" cy="29657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016" y="61316"/>
              <a:ext cx="3755136" cy="7650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61" y="40260"/>
              <a:ext cx="3753699" cy="76491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85046" y="4"/>
              <a:ext cx="478952" cy="12252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13034" y="9"/>
              <a:ext cx="450964" cy="118148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69797" y="824433"/>
              <a:ext cx="2983865" cy="297815"/>
            </a:xfrm>
            <a:custGeom>
              <a:avLst/>
              <a:gdLst/>
              <a:ahLst/>
              <a:cxnLst/>
              <a:rect l="l" t="t" r="r" b="b"/>
              <a:pathLst>
                <a:path w="2983865" h="297815">
                  <a:moveTo>
                    <a:pt x="2983459" y="0"/>
                  </a:moveTo>
                  <a:lnTo>
                    <a:pt x="0" y="0"/>
                  </a:lnTo>
                  <a:lnTo>
                    <a:pt x="81064" y="148615"/>
                  </a:lnTo>
                  <a:lnTo>
                    <a:pt x="0" y="297230"/>
                  </a:lnTo>
                  <a:lnTo>
                    <a:pt x="2983459" y="297230"/>
                  </a:lnTo>
                  <a:lnTo>
                    <a:pt x="2902395" y="148615"/>
                  </a:lnTo>
                  <a:lnTo>
                    <a:pt x="2983459" y="0"/>
                  </a:lnTo>
                  <a:close/>
                </a:path>
              </a:pathLst>
            </a:custGeom>
            <a:solidFill>
              <a:srgbClr val="ED6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08203" y="878331"/>
              <a:ext cx="164465" cy="195580"/>
            </a:xfrm>
            <a:custGeom>
              <a:avLst/>
              <a:gdLst/>
              <a:ahLst/>
              <a:cxnLst/>
              <a:rect l="l" t="t" r="r" b="b"/>
              <a:pathLst>
                <a:path w="164465" h="195580">
                  <a:moveTo>
                    <a:pt x="163969" y="168910"/>
                  </a:moveTo>
                  <a:lnTo>
                    <a:pt x="87858" y="168910"/>
                  </a:lnTo>
                  <a:lnTo>
                    <a:pt x="87858" y="71120"/>
                  </a:lnTo>
                  <a:lnTo>
                    <a:pt x="154178" y="71120"/>
                  </a:lnTo>
                  <a:lnTo>
                    <a:pt x="154178" y="45720"/>
                  </a:lnTo>
                  <a:lnTo>
                    <a:pt x="87858" y="45720"/>
                  </a:lnTo>
                  <a:lnTo>
                    <a:pt x="87858" y="0"/>
                  </a:lnTo>
                  <a:lnTo>
                    <a:pt x="61429" y="0"/>
                  </a:lnTo>
                  <a:lnTo>
                    <a:pt x="61429" y="45720"/>
                  </a:lnTo>
                  <a:lnTo>
                    <a:pt x="61429" y="71120"/>
                  </a:lnTo>
                  <a:lnTo>
                    <a:pt x="61429" y="168910"/>
                  </a:lnTo>
                  <a:lnTo>
                    <a:pt x="0" y="168910"/>
                  </a:lnTo>
                  <a:lnTo>
                    <a:pt x="0" y="195580"/>
                  </a:lnTo>
                  <a:lnTo>
                    <a:pt x="163969" y="195580"/>
                  </a:lnTo>
                  <a:lnTo>
                    <a:pt x="163969" y="1689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989" y="873442"/>
              <a:ext cx="163967" cy="20068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0016" y="871981"/>
              <a:ext cx="163722" cy="20214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5552" y="873442"/>
              <a:ext cx="163967" cy="20068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80452" y="926807"/>
              <a:ext cx="42545" cy="140970"/>
            </a:xfrm>
            <a:custGeom>
              <a:avLst/>
              <a:gdLst/>
              <a:ahLst/>
              <a:cxnLst/>
              <a:rect l="l" t="t" r="r" b="b"/>
              <a:pathLst>
                <a:path w="42544" h="140969">
                  <a:moveTo>
                    <a:pt x="27393" y="51562"/>
                  </a:moveTo>
                  <a:lnTo>
                    <a:pt x="20383" y="50114"/>
                  </a:lnTo>
                  <a:lnTo>
                    <a:pt x="12890" y="48425"/>
                  </a:lnTo>
                  <a:lnTo>
                    <a:pt x="11366" y="34886"/>
                  </a:lnTo>
                  <a:lnTo>
                    <a:pt x="11277" y="34163"/>
                  </a:lnTo>
                  <a:lnTo>
                    <a:pt x="2578" y="34886"/>
                  </a:lnTo>
                  <a:lnTo>
                    <a:pt x="5410" y="46253"/>
                  </a:lnTo>
                  <a:lnTo>
                    <a:pt x="10833" y="53568"/>
                  </a:lnTo>
                  <a:lnTo>
                    <a:pt x="17894" y="57861"/>
                  </a:lnTo>
                  <a:lnTo>
                    <a:pt x="25628" y="60096"/>
                  </a:lnTo>
                  <a:lnTo>
                    <a:pt x="27393" y="51562"/>
                  </a:lnTo>
                  <a:close/>
                </a:path>
                <a:path w="42544" h="140969">
                  <a:moveTo>
                    <a:pt x="39077" y="8699"/>
                  </a:moveTo>
                  <a:lnTo>
                    <a:pt x="29972" y="8699"/>
                  </a:lnTo>
                  <a:lnTo>
                    <a:pt x="29972" y="0"/>
                  </a:lnTo>
                  <a:lnTo>
                    <a:pt x="21272" y="0"/>
                  </a:lnTo>
                  <a:lnTo>
                    <a:pt x="21272" y="8699"/>
                  </a:lnTo>
                  <a:lnTo>
                    <a:pt x="3225" y="8699"/>
                  </a:lnTo>
                  <a:lnTo>
                    <a:pt x="3225" y="17399"/>
                  </a:lnTo>
                  <a:lnTo>
                    <a:pt x="21272" y="17399"/>
                  </a:lnTo>
                  <a:lnTo>
                    <a:pt x="21272" y="36093"/>
                  </a:lnTo>
                  <a:lnTo>
                    <a:pt x="29972" y="36093"/>
                  </a:lnTo>
                  <a:lnTo>
                    <a:pt x="29972" y="17399"/>
                  </a:lnTo>
                  <a:lnTo>
                    <a:pt x="39077" y="17399"/>
                  </a:lnTo>
                  <a:lnTo>
                    <a:pt x="39077" y="8699"/>
                  </a:lnTo>
                  <a:close/>
                </a:path>
                <a:path w="42544" h="140969">
                  <a:moveTo>
                    <a:pt x="42379" y="138569"/>
                  </a:moveTo>
                  <a:lnTo>
                    <a:pt x="39966" y="130200"/>
                  </a:lnTo>
                  <a:lnTo>
                    <a:pt x="33197" y="133502"/>
                  </a:lnTo>
                  <a:lnTo>
                    <a:pt x="30619" y="131572"/>
                  </a:lnTo>
                  <a:lnTo>
                    <a:pt x="25298" y="117703"/>
                  </a:lnTo>
                  <a:lnTo>
                    <a:pt x="18859" y="114808"/>
                  </a:lnTo>
                  <a:lnTo>
                    <a:pt x="13462" y="115608"/>
                  </a:lnTo>
                  <a:lnTo>
                    <a:pt x="19735" y="80568"/>
                  </a:lnTo>
                  <a:lnTo>
                    <a:pt x="10883" y="80568"/>
                  </a:lnTo>
                  <a:lnTo>
                    <a:pt x="0" y="140665"/>
                  </a:lnTo>
                  <a:lnTo>
                    <a:pt x="8864" y="140665"/>
                  </a:lnTo>
                  <a:lnTo>
                    <a:pt x="11849" y="124714"/>
                  </a:lnTo>
                  <a:lnTo>
                    <a:pt x="17411" y="121742"/>
                  </a:lnTo>
                  <a:lnTo>
                    <a:pt x="20548" y="129476"/>
                  </a:lnTo>
                  <a:lnTo>
                    <a:pt x="24485" y="136194"/>
                  </a:lnTo>
                  <a:lnTo>
                    <a:pt x="29502" y="139865"/>
                  </a:lnTo>
                  <a:lnTo>
                    <a:pt x="35496" y="140614"/>
                  </a:lnTo>
                  <a:lnTo>
                    <a:pt x="42379" y="1385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54805" y="906208"/>
              <a:ext cx="179443" cy="1477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59268" y="906208"/>
              <a:ext cx="81445" cy="14776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62544" y="906208"/>
              <a:ext cx="123748" cy="14776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706918" y="906271"/>
              <a:ext cx="123825" cy="147320"/>
            </a:xfrm>
            <a:custGeom>
              <a:avLst/>
              <a:gdLst/>
              <a:ahLst/>
              <a:cxnLst/>
              <a:rect l="l" t="t" r="r" b="b"/>
              <a:pathLst>
                <a:path w="123825" h="147319">
                  <a:moveTo>
                    <a:pt x="123748" y="0"/>
                  </a:moveTo>
                  <a:lnTo>
                    <a:pt x="103797" y="0"/>
                  </a:lnTo>
                  <a:lnTo>
                    <a:pt x="103797" y="20320"/>
                  </a:lnTo>
                  <a:lnTo>
                    <a:pt x="103797" y="63500"/>
                  </a:lnTo>
                  <a:lnTo>
                    <a:pt x="71856" y="63500"/>
                  </a:lnTo>
                  <a:lnTo>
                    <a:pt x="71856" y="20320"/>
                  </a:lnTo>
                  <a:lnTo>
                    <a:pt x="103797" y="20320"/>
                  </a:lnTo>
                  <a:lnTo>
                    <a:pt x="103797" y="0"/>
                  </a:lnTo>
                  <a:lnTo>
                    <a:pt x="51892" y="0"/>
                  </a:lnTo>
                  <a:lnTo>
                    <a:pt x="51892" y="20320"/>
                  </a:lnTo>
                  <a:lnTo>
                    <a:pt x="51892" y="63500"/>
                  </a:lnTo>
                  <a:lnTo>
                    <a:pt x="19951" y="63500"/>
                  </a:lnTo>
                  <a:lnTo>
                    <a:pt x="19951" y="20320"/>
                  </a:lnTo>
                  <a:lnTo>
                    <a:pt x="51892" y="20320"/>
                  </a:lnTo>
                  <a:lnTo>
                    <a:pt x="51892" y="0"/>
                  </a:lnTo>
                  <a:lnTo>
                    <a:pt x="0" y="0"/>
                  </a:lnTo>
                  <a:lnTo>
                    <a:pt x="0" y="20320"/>
                  </a:lnTo>
                  <a:lnTo>
                    <a:pt x="0" y="63500"/>
                  </a:lnTo>
                  <a:lnTo>
                    <a:pt x="0" y="83820"/>
                  </a:lnTo>
                  <a:lnTo>
                    <a:pt x="0" y="128270"/>
                  </a:lnTo>
                  <a:lnTo>
                    <a:pt x="0" y="147320"/>
                  </a:lnTo>
                  <a:lnTo>
                    <a:pt x="123748" y="147320"/>
                  </a:lnTo>
                  <a:lnTo>
                    <a:pt x="123748" y="128270"/>
                  </a:lnTo>
                  <a:lnTo>
                    <a:pt x="19951" y="128270"/>
                  </a:lnTo>
                  <a:lnTo>
                    <a:pt x="19951" y="83820"/>
                  </a:lnTo>
                  <a:lnTo>
                    <a:pt x="51892" y="83820"/>
                  </a:lnTo>
                  <a:lnTo>
                    <a:pt x="51892" y="127736"/>
                  </a:lnTo>
                  <a:lnTo>
                    <a:pt x="71856" y="127736"/>
                  </a:lnTo>
                  <a:lnTo>
                    <a:pt x="71856" y="83820"/>
                  </a:lnTo>
                  <a:lnTo>
                    <a:pt x="103797" y="83820"/>
                  </a:lnTo>
                  <a:lnTo>
                    <a:pt x="103797" y="127736"/>
                  </a:lnTo>
                  <a:lnTo>
                    <a:pt x="123748" y="127736"/>
                  </a:lnTo>
                  <a:lnTo>
                    <a:pt x="123748" y="19888"/>
                  </a:lnTo>
                  <a:lnTo>
                    <a:pt x="123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52193" y="902512"/>
              <a:ext cx="123748" cy="15144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96579" y="902512"/>
              <a:ext cx="123748" cy="15144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41143" y="906208"/>
              <a:ext cx="188518" cy="14776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50084" y="914323"/>
              <a:ext cx="104902" cy="13964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81579" y="926159"/>
              <a:ext cx="69456" cy="1278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720962" y="906208"/>
              <a:ext cx="123748" cy="14776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574544" y="902512"/>
              <a:ext cx="123761" cy="15144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891205" y="906208"/>
              <a:ext cx="24130" cy="147955"/>
            </a:xfrm>
            <a:custGeom>
              <a:avLst/>
              <a:gdLst/>
              <a:ahLst/>
              <a:cxnLst/>
              <a:rect l="l" t="t" r="r" b="b"/>
              <a:pathLst>
                <a:path w="24130" h="147955">
                  <a:moveTo>
                    <a:pt x="21793" y="123748"/>
                  </a:moveTo>
                  <a:lnTo>
                    <a:pt x="1854" y="123748"/>
                  </a:lnTo>
                  <a:lnTo>
                    <a:pt x="1854" y="147764"/>
                  </a:lnTo>
                  <a:lnTo>
                    <a:pt x="21793" y="147764"/>
                  </a:lnTo>
                  <a:lnTo>
                    <a:pt x="21793" y="123748"/>
                  </a:lnTo>
                  <a:close/>
                </a:path>
                <a:path w="24130" h="147955">
                  <a:moveTo>
                    <a:pt x="23647" y="0"/>
                  </a:moveTo>
                  <a:lnTo>
                    <a:pt x="0" y="0"/>
                  </a:lnTo>
                  <a:lnTo>
                    <a:pt x="1854" y="105092"/>
                  </a:lnTo>
                  <a:lnTo>
                    <a:pt x="21793" y="105092"/>
                  </a:lnTo>
                  <a:lnTo>
                    <a:pt x="236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66760" y="1432953"/>
              <a:ext cx="2862580" cy="822960"/>
            </a:xfrm>
            <a:custGeom>
              <a:avLst/>
              <a:gdLst/>
              <a:ahLst/>
              <a:cxnLst/>
              <a:rect l="l" t="t" r="r" b="b"/>
              <a:pathLst>
                <a:path w="2862580" h="822960">
                  <a:moveTo>
                    <a:pt x="2805838" y="0"/>
                  </a:moveTo>
                  <a:lnTo>
                    <a:pt x="56681" y="0"/>
                  </a:lnTo>
                  <a:lnTo>
                    <a:pt x="34617" y="5800"/>
                  </a:lnTo>
                  <a:lnTo>
                    <a:pt x="16601" y="21620"/>
                  </a:lnTo>
                  <a:lnTo>
                    <a:pt x="4454" y="45085"/>
                  </a:lnTo>
                  <a:lnTo>
                    <a:pt x="0" y="73825"/>
                  </a:lnTo>
                  <a:lnTo>
                    <a:pt x="0" y="748715"/>
                  </a:lnTo>
                  <a:lnTo>
                    <a:pt x="4454" y="777449"/>
                  </a:lnTo>
                  <a:lnTo>
                    <a:pt x="16601" y="800915"/>
                  </a:lnTo>
                  <a:lnTo>
                    <a:pt x="34617" y="816738"/>
                  </a:lnTo>
                  <a:lnTo>
                    <a:pt x="56681" y="822540"/>
                  </a:lnTo>
                  <a:lnTo>
                    <a:pt x="2805838" y="822540"/>
                  </a:lnTo>
                  <a:lnTo>
                    <a:pt x="2827902" y="816738"/>
                  </a:lnTo>
                  <a:lnTo>
                    <a:pt x="2845918" y="800915"/>
                  </a:lnTo>
                  <a:lnTo>
                    <a:pt x="2858065" y="777449"/>
                  </a:lnTo>
                  <a:lnTo>
                    <a:pt x="2862519" y="748715"/>
                  </a:lnTo>
                  <a:lnTo>
                    <a:pt x="2862519" y="73825"/>
                  </a:lnTo>
                  <a:lnTo>
                    <a:pt x="2858065" y="45085"/>
                  </a:lnTo>
                  <a:lnTo>
                    <a:pt x="2845918" y="21620"/>
                  </a:lnTo>
                  <a:lnTo>
                    <a:pt x="2827902" y="5800"/>
                  </a:lnTo>
                  <a:lnTo>
                    <a:pt x="2805838" y="0"/>
                  </a:lnTo>
                  <a:close/>
                </a:path>
              </a:pathLst>
            </a:custGeom>
            <a:solidFill>
              <a:srgbClr val="FFFC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01917" y="1353159"/>
              <a:ext cx="1997075" cy="281940"/>
            </a:xfrm>
            <a:custGeom>
              <a:avLst/>
              <a:gdLst/>
              <a:ahLst/>
              <a:cxnLst/>
              <a:rect l="l" t="t" r="r" b="b"/>
              <a:pathLst>
                <a:path w="1997075" h="281939">
                  <a:moveTo>
                    <a:pt x="1987308" y="0"/>
                  </a:moveTo>
                  <a:lnTo>
                    <a:pt x="0" y="104152"/>
                  </a:lnTo>
                  <a:lnTo>
                    <a:pt x="9300" y="281597"/>
                  </a:lnTo>
                  <a:lnTo>
                    <a:pt x="1996605" y="177444"/>
                  </a:lnTo>
                  <a:lnTo>
                    <a:pt x="1987308" y="0"/>
                  </a:lnTo>
                  <a:close/>
                </a:path>
              </a:pathLst>
            </a:custGeom>
            <a:solidFill>
              <a:srgbClr val="1AAC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81832" y="1406156"/>
              <a:ext cx="1832959" cy="16987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32733" y="1080007"/>
              <a:ext cx="777712" cy="54157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87849" y="1715249"/>
              <a:ext cx="2087840" cy="46281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90063" y="1704593"/>
              <a:ext cx="105347" cy="19767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15653" y="1767338"/>
              <a:ext cx="144703" cy="12046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82244" y="1747265"/>
              <a:ext cx="142229" cy="15259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16678" y="1926310"/>
              <a:ext cx="141758" cy="20372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78111" y="1950656"/>
              <a:ext cx="112341" cy="17984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19907" y="1963686"/>
              <a:ext cx="130897" cy="16681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95912" y="1950656"/>
              <a:ext cx="81005" cy="17984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102846" y="1711388"/>
              <a:ext cx="19685" cy="92710"/>
            </a:xfrm>
            <a:custGeom>
              <a:avLst/>
              <a:gdLst/>
              <a:ahLst/>
              <a:cxnLst/>
              <a:rect l="l" t="t" r="r" b="b"/>
              <a:pathLst>
                <a:path w="19684" h="92710">
                  <a:moveTo>
                    <a:pt x="19258" y="0"/>
                  </a:moveTo>
                  <a:lnTo>
                    <a:pt x="0" y="0"/>
                  </a:lnTo>
                  <a:lnTo>
                    <a:pt x="0" y="12458"/>
                  </a:lnTo>
                  <a:lnTo>
                    <a:pt x="6803" y="12458"/>
                  </a:lnTo>
                  <a:lnTo>
                    <a:pt x="6803" y="92265"/>
                  </a:lnTo>
                  <a:lnTo>
                    <a:pt x="19258" y="92265"/>
                  </a:lnTo>
                  <a:lnTo>
                    <a:pt x="19258" y="0"/>
                  </a:lnTo>
                  <a:close/>
                </a:path>
              </a:pathLst>
            </a:custGeom>
            <a:solidFill>
              <a:srgbClr val="ED6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973085" y="1671853"/>
              <a:ext cx="33020" cy="505459"/>
            </a:xfrm>
            <a:custGeom>
              <a:avLst/>
              <a:gdLst/>
              <a:ahLst/>
              <a:cxnLst/>
              <a:rect l="l" t="t" r="r" b="b"/>
              <a:pathLst>
                <a:path w="33019" h="505460">
                  <a:moveTo>
                    <a:pt x="0" y="505206"/>
                  </a:moveTo>
                  <a:lnTo>
                    <a:pt x="0" y="285267"/>
                  </a:lnTo>
                  <a:lnTo>
                    <a:pt x="32698" y="252603"/>
                  </a:lnTo>
                  <a:lnTo>
                    <a:pt x="0" y="219938"/>
                  </a:lnTo>
                  <a:lnTo>
                    <a:pt x="0" y="0"/>
                  </a:lnTo>
                </a:path>
              </a:pathLst>
            </a:custGeom>
            <a:ln w="6753">
              <a:solidFill>
                <a:srgbClr val="ED6C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411419" y="2198776"/>
              <a:ext cx="1058004" cy="105799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107842" y="2285529"/>
              <a:ext cx="474180" cy="47992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39775" y="2445511"/>
              <a:ext cx="287655" cy="279400"/>
            </a:xfrm>
            <a:custGeom>
              <a:avLst/>
              <a:gdLst/>
              <a:ahLst/>
              <a:cxnLst/>
              <a:rect l="l" t="t" r="r" b="b"/>
              <a:pathLst>
                <a:path w="287655" h="279400">
                  <a:moveTo>
                    <a:pt x="166370" y="159321"/>
                  </a:moveTo>
                  <a:lnTo>
                    <a:pt x="121056" y="159321"/>
                  </a:lnTo>
                  <a:lnTo>
                    <a:pt x="121056" y="238429"/>
                  </a:lnTo>
                  <a:lnTo>
                    <a:pt x="166370" y="238429"/>
                  </a:lnTo>
                  <a:lnTo>
                    <a:pt x="166370" y="159321"/>
                  </a:lnTo>
                  <a:close/>
                </a:path>
                <a:path w="287655" h="279400">
                  <a:moveTo>
                    <a:pt x="287439" y="159321"/>
                  </a:moveTo>
                  <a:lnTo>
                    <a:pt x="240639" y="159321"/>
                  </a:lnTo>
                  <a:lnTo>
                    <a:pt x="240639" y="238429"/>
                  </a:lnTo>
                  <a:lnTo>
                    <a:pt x="287439" y="238429"/>
                  </a:lnTo>
                  <a:lnTo>
                    <a:pt x="287439" y="159321"/>
                  </a:lnTo>
                  <a:close/>
                </a:path>
                <a:path w="287655" h="279400">
                  <a:moveTo>
                    <a:pt x="287439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0" y="120650"/>
                  </a:lnTo>
                  <a:lnTo>
                    <a:pt x="0" y="158750"/>
                  </a:lnTo>
                  <a:lnTo>
                    <a:pt x="0" y="238760"/>
                  </a:lnTo>
                  <a:lnTo>
                    <a:pt x="0" y="279400"/>
                  </a:lnTo>
                  <a:lnTo>
                    <a:pt x="287439" y="279400"/>
                  </a:lnTo>
                  <a:lnTo>
                    <a:pt x="287439" y="238760"/>
                  </a:lnTo>
                  <a:lnTo>
                    <a:pt x="46774" y="238760"/>
                  </a:lnTo>
                  <a:lnTo>
                    <a:pt x="46774" y="158750"/>
                  </a:lnTo>
                  <a:lnTo>
                    <a:pt x="287439" y="158750"/>
                  </a:lnTo>
                  <a:lnTo>
                    <a:pt x="287439" y="120650"/>
                  </a:lnTo>
                  <a:lnTo>
                    <a:pt x="46774" y="120650"/>
                  </a:lnTo>
                  <a:lnTo>
                    <a:pt x="46774" y="41910"/>
                  </a:lnTo>
                  <a:lnTo>
                    <a:pt x="121056" y="41910"/>
                  </a:lnTo>
                  <a:lnTo>
                    <a:pt x="121056" y="120319"/>
                  </a:lnTo>
                  <a:lnTo>
                    <a:pt x="166370" y="120319"/>
                  </a:lnTo>
                  <a:lnTo>
                    <a:pt x="166370" y="41910"/>
                  </a:lnTo>
                  <a:lnTo>
                    <a:pt x="240639" y="41910"/>
                  </a:lnTo>
                  <a:lnTo>
                    <a:pt x="240639" y="120319"/>
                  </a:lnTo>
                  <a:lnTo>
                    <a:pt x="287439" y="120319"/>
                  </a:lnTo>
                  <a:lnTo>
                    <a:pt x="287439" y="41910"/>
                  </a:lnTo>
                  <a:lnTo>
                    <a:pt x="287439" y="41592"/>
                  </a:lnTo>
                  <a:lnTo>
                    <a:pt x="287439" y="0"/>
                  </a:lnTo>
                  <a:close/>
                </a:path>
              </a:pathLst>
            </a:custGeom>
            <a:solidFill>
              <a:srgbClr val="24181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66760" y="2287803"/>
              <a:ext cx="1759544" cy="466331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66760" y="2806052"/>
              <a:ext cx="1981835" cy="0"/>
            </a:xfrm>
            <a:custGeom>
              <a:avLst/>
              <a:gdLst/>
              <a:ahLst/>
              <a:cxnLst/>
              <a:rect l="l" t="t" r="r" b="b"/>
              <a:pathLst>
                <a:path w="1981835" h="0">
                  <a:moveTo>
                    <a:pt x="0" y="0"/>
                  </a:moveTo>
                  <a:lnTo>
                    <a:pt x="1981227" y="0"/>
                  </a:lnTo>
                </a:path>
              </a:pathLst>
            </a:custGeom>
            <a:ln w="6753">
              <a:solidFill>
                <a:srgbClr val="24181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69170" y="2843072"/>
              <a:ext cx="2162689" cy="16699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18019" y="3079302"/>
              <a:ext cx="1798320" cy="606551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65524" y="3266236"/>
              <a:ext cx="182880" cy="349885"/>
            </a:xfrm>
            <a:custGeom>
              <a:avLst/>
              <a:gdLst/>
              <a:ahLst/>
              <a:cxnLst/>
              <a:rect l="l" t="t" r="r" b="b"/>
              <a:pathLst>
                <a:path w="182879" h="349885">
                  <a:moveTo>
                    <a:pt x="182812" y="0"/>
                  </a:moveTo>
                  <a:lnTo>
                    <a:pt x="128450" y="0"/>
                  </a:lnTo>
                  <a:lnTo>
                    <a:pt x="0" y="69748"/>
                  </a:lnTo>
                  <a:lnTo>
                    <a:pt x="30789" y="131330"/>
                  </a:lnTo>
                  <a:lnTo>
                    <a:pt x="97660" y="96215"/>
                  </a:lnTo>
                  <a:lnTo>
                    <a:pt x="97660" y="349262"/>
                  </a:lnTo>
                  <a:lnTo>
                    <a:pt x="182812" y="349262"/>
                  </a:lnTo>
                  <a:lnTo>
                    <a:pt x="1828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65524" y="3266236"/>
              <a:ext cx="182880" cy="349885"/>
            </a:xfrm>
            <a:custGeom>
              <a:avLst/>
              <a:gdLst/>
              <a:ahLst/>
              <a:cxnLst/>
              <a:rect l="l" t="t" r="r" b="b"/>
              <a:pathLst>
                <a:path w="182879" h="349885">
                  <a:moveTo>
                    <a:pt x="0" y="69748"/>
                  </a:moveTo>
                  <a:lnTo>
                    <a:pt x="30789" y="131330"/>
                  </a:lnTo>
                  <a:lnTo>
                    <a:pt x="97660" y="96215"/>
                  </a:lnTo>
                  <a:lnTo>
                    <a:pt x="97660" y="349262"/>
                  </a:lnTo>
                  <a:lnTo>
                    <a:pt x="182812" y="349262"/>
                  </a:lnTo>
                  <a:lnTo>
                    <a:pt x="182812" y="0"/>
                  </a:lnTo>
                  <a:lnTo>
                    <a:pt x="128450" y="0"/>
                  </a:lnTo>
                  <a:lnTo>
                    <a:pt x="0" y="69748"/>
                  </a:lnTo>
                  <a:close/>
                </a:path>
              </a:pathLst>
            </a:custGeom>
            <a:ln w="465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12322" y="3245548"/>
              <a:ext cx="156845" cy="375920"/>
            </a:xfrm>
            <a:custGeom>
              <a:avLst/>
              <a:gdLst/>
              <a:ahLst/>
              <a:cxnLst/>
              <a:rect l="l" t="t" r="r" b="b"/>
              <a:pathLst>
                <a:path w="156845" h="375920">
                  <a:moveTo>
                    <a:pt x="156353" y="0"/>
                  </a:moveTo>
                  <a:lnTo>
                    <a:pt x="89962" y="0"/>
                  </a:lnTo>
                  <a:lnTo>
                    <a:pt x="0" y="375729"/>
                  </a:lnTo>
                  <a:lnTo>
                    <a:pt x="66390" y="375729"/>
                  </a:lnTo>
                  <a:lnTo>
                    <a:pt x="1563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12322" y="3245548"/>
              <a:ext cx="156845" cy="375920"/>
            </a:xfrm>
            <a:custGeom>
              <a:avLst/>
              <a:gdLst/>
              <a:ahLst/>
              <a:cxnLst/>
              <a:rect l="l" t="t" r="r" b="b"/>
              <a:pathLst>
                <a:path w="156845" h="375920">
                  <a:moveTo>
                    <a:pt x="156353" y="0"/>
                  </a:moveTo>
                  <a:lnTo>
                    <a:pt x="89962" y="0"/>
                  </a:lnTo>
                  <a:lnTo>
                    <a:pt x="0" y="375729"/>
                  </a:lnTo>
                  <a:lnTo>
                    <a:pt x="66390" y="375729"/>
                  </a:lnTo>
                  <a:lnTo>
                    <a:pt x="156353" y="0"/>
                  </a:lnTo>
                  <a:close/>
                </a:path>
              </a:pathLst>
            </a:custGeom>
            <a:ln w="465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77872" y="3126816"/>
              <a:ext cx="335915" cy="488950"/>
            </a:xfrm>
            <a:custGeom>
              <a:avLst/>
              <a:gdLst/>
              <a:ahLst/>
              <a:cxnLst/>
              <a:rect l="l" t="t" r="r" b="b"/>
              <a:pathLst>
                <a:path w="335915" h="488950">
                  <a:moveTo>
                    <a:pt x="173339" y="0"/>
                  </a:moveTo>
                  <a:lnTo>
                    <a:pt x="111315" y="8395"/>
                  </a:lnTo>
                  <a:lnTo>
                    <a:pt x="65964" y="30998"/>
                  </a:lnTo>
                  <a:lnTo>
                    <a:pt x="34757" y="63938"/>
                  </a:lnTo>
                  <a:lnTo>
                    <a:pt x="15167" y="103342"/>
                  </a:lnTo>
                  <a:lnTo>
                    <a:pt x="4665" y="145338"/>
                  </a:lnTo>
                  <a:lnTo>
                    <a:pt x="124004" y="148005"/>
                  </a:lnTo>
                  <a:lnTo>
                    <a:pt x="128931" y="120850"/>
                  </a:lnTo>
                  <a:lnTo>
                    <a:pt x="137421" y="100758"/>
                  </a:lnTo>
                  <a:lnTo>
                    <a:pt x="150536" y="88291"/>
                  </a:lnTo>
                  <a:lnTo>
                    <a:pt x="169339" y="84010"/>
                  </a:lnTo>
                  <a:lnTo>
                    <a:pt x="190069" y="88457"/>
                  </a:lnTo>
                  <a:lnTo>
                    <a:pt x="203173" y="100091"/>
                  </a:lnTo>
                  <a:lnTo>
                    <a:pt x="210028" y="116350"/>
                  </a:lnTo>
                  <a:lnTo>
                    <a:pt x="212007" y="134670"/>
                  </a:lnTo>
                  <a:lnTo>
                    <a:pt x="206989" y="160635"/>
                  </a:lnTo>
                  <a:lnTo>
                    <a:pt x="193222" y="185012"/>
                  </a:lnTo>
                  <a:lnTo>
                    <a:pt x="172639" y="209132"/>
                  </a:lnTo>
                  <a:lnTo>
                    <a:pt x="147172" y="234327"/>
                  </a:lnTo>
                  <a:lnTo>
                    <a:pt x="118753" y="261931"/>
                  </a:lnTo>
                  <a:lnTo>
                    <a:pt x="89314" y="293274"/>
                  </a:lnTo>
                  <a:lnTo>
                    <a:pt x="60787" y="329689"/>
                  </a:lnTo>
                  <a:lnTo>
                    <a:pt x="35104" y="372509"/>
                  </a:lnTo>
                  <a:lnTo>
                    <a:pt x="14198" y="423064"/>
                  </a:lnTo>
                  <a:lnTo>
                    <a:pt x="0" y="482688"/>
                  </a:lnTo>
                  <a:lnTo>
                    <a:pt x="10666" y="488683"/>
                  </a:lnTo>
                  <a:lnTo>
                    <a:pt x="335344" y="488683"/>
                  </a:lnTo>
                  <a:lnTo>
                    <a:pt x="335344" y="394677"/>
                  </a:lnTo>
                  <a:lnTo>
                    <a:pt x="138671" y="394677"/>
                  </a:lnTo>
                  <a:lnTo>
                    <a:pt x="155209" y="362555"/>
                  </a:lnTo>
                  <a:lnTo>
                    <a:pt x="180975" y="335056"/>
                  </a:lnTo>
                  <a:lnTo>
                    <a:pt x="212443" y="309744"/>
                  </a:lnTo>
                  <a:lnTo>
                    <a:pt x="246092" y="284181"/>
                  </a:lnTo>
                  <a:lnTo>
                    <a:pt x="278396" y="255930"/>
                  </a:lnTo>
                  <a:lnTo>
                    <a:pt x="305834" y="222552"/>
                  </a:lnTo>
                  <a:lnTo>
                    <a:pt x="324880" y="181612"/>
                  </a:lnTo>
                  <a:lnTo>
                    <a:pt x="332012" y="130670"/>
                  </a:lnTo>
                  <a:lnTo>
                    <a:pt x="325942" y="90199"/>
                  </a:lnTo>
                  <a:lnTo>
                    <a:pt x="307456" y="54433"/>
                  </a:lnTo>
                  <a:lnTo>
                    <a:pt x="276137" y="25835"/>
                  </a:lnTo>
                  <a:lnTo>
                    <a:pt x="231571" y="6869"/>
                  </a:lnTo>
                  <a:lnTo>
                    <a:pt x="1733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77872" y="3126816"/>
              <a:ext cx="335915" cy="488950"/>
            </a:xfrm>
            <a:custGeom>
              <a:avLst/>
              <a:gdLst/>
              <a:ahLst/>
              <a:cxnLst/>
              <a:rect l="l" t="t" r="r" b="b"/>
              <a:pathLst>
                <a:path w="335915" h="488950">
                  <a:moveTo>
                    <a:pt x="335344" y="394677"/>
                  </a:moveTo>
                  <a:lnTo>
                    <a:pt x="138671" y="394677"/>
                  </a:lnTo>
                  <a:lnTo>
                    <a:pt x="155209" y="362555"/>
                  </a:lnTo>
                  <a:lnTo>
                    <a:pt x="180975" y="335056"/>
                  </a:lnTo>
                  <a:lnTo>
                    <a:pt x="212443" y="309744"/>
                  </a:lnTo>
                  <a:lnTo>
                    <a:pt x="246092" y="284181"/>
                  </a:lnTo>
                  <a:lnTo>
                    <a:pt x="278396" y="255930"/>
                  </a:lnTo>
                  <a:lnTo>
                    <a:pt x="305834" y="222552"/>
                  </a:lnTo>
                  <a:lnTo>
                    <a:pt x="324880" y="181612"/>
                  </a:lnTo>
                  <a:lnTo>
                    <a:pt x="332012" y="130670"/>
                  </a:lnTo>
                  <a:lnTo>
                    <a:pt x="325942" y="90199"/>
                  </a:lnTo>
                  <a:lnTo>
                    <a:pt x="307456" y="54433"/>
                  </a:lnTo>
                  <a:lnTo>
                    <a:pt x="276137" y="25835"/>
                  </a:lnTo>
                  <a:lnTo>
                    <a:pt x="231571" y="6869"/>
                  </a:lnTo>
                  <a:lnTo>
                    <a:pt x="173339" y="0"/>
                  </a:lnTo>
                  <a:lnTo>
                    <a:pt x="111315" y="8395"/>
                  </a:lnTo>
                  <a:lnTo>
                    <a:pt x="65964" y="30998"/>
                  </a:lnTo>
                  <a:lnTo>
                    <a:pt x="34757" y="63938"/>
                  </a:lnTo>
                  <a:lnTo>
                    <a:pt x="15167" y="103342"/>
                  </a:lnTo>
                  <a:lnTo>
                    <a:pt x="4665" y="145338"/>
                  </a:lnTo>
                  <a:lnTo>
                    <a:pt x="124004" y="148005"/>
                  </a:lnTo>
                  <a:lnTo>
                    <a:pt x="128931" y="120850"/>
                  </a:lnTo>
                  <a:lnTo>
                    <a:pt x="137421" y="100758"/>
                  </a:lnTo>
                  <a:lnTo>
                    <a:pt x="150536" y="88291"/>
                  </a:lnTo>
                  <a:lnTo>
                    <a:pt x="169339" y="84010"/>
                  </a:lnTo>
                  <a:lnTo>
                    <a:pt x="190069" y="88457"/>
                  </a:lnTo>
                  <a:lnTo>
                    <a:pt x="203173" y="100091"/>
                  </a:lnTo>
                  <a:lnTo>
                    <a:pt x="210028" y="116350"/>
                  </a:lnTo>
                  <a:lnTo>
                    <a:pt x="212007" y="134670"/>
                  </a:lnTo>
                  <a:lnTo>
                    <a:pt x="206989" y="160635"/>
                  </a:lnTo>
                  <a:lnTo>
                    <a:pt x="193222" y="185012"/>
                  </a:lnTo>
                  <a:lnTo>
                    <a:pt x="172639" y="209132"/>
                  </a:lnTo>
                  <a:lnTo>
                    <a:pt x="147172" y="234327"/>
                  </a:lnTo>
                  <a:lnTo>
                    <a:pt x="118753" y="261931"/>
                  </a:lnTo>
                  <a:lnTo>
                    <a:pt x="89314" y="293274"/>
                  </a:lnTo>
                  <a:lnTo>
                    <a:pt x="60787" y="329689"/>
                  </a:lnTo>
                  <a:lnTo>
                    <a:pt x="35104" y="372509"/>
                  </a:lnTo>
                  <a:lnTo>
                    <a:pt x="14198" y="423064"/>
                  </a:lnTo>
                  <a:lnTo>
                    <a:pt x="0" y="482688"/>
                  </a:lnTo>
                  <a:lnTo>
                    <a:pt x="10666" y="488683"/>
                  </a:lnTo>
                  <a:lnTo>
                    <a:pt x="335344" y="488683"/>
                  </a:lnTo>
                  <a:lnTo>
                    <a:pt x="335344" y="394677"/>
                  </a:lnTo>
                  <a:close/>
                </a:path>
              </a:pathLst>
            </a:custGeom>
            <a:ln w="465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967220" y="3135490"/>
              <a:ext cx="329565" cy="488315"/>
            </a:xfrm>
            <a:custGeom>
              <a:avLst/>
              <a:gdLst/>
              <a:ahLst/>
              <a:cxnLst/>
              <a:rect l="l" t="t" r="r" b="b"/>
              <a:pathLst>
                <a:path w="329565" h="488314">
                  <a:moveTo>
                    <a:pt x="307338" y="0"/>
                  </a:moveTo>
                  <a:lnTo>
                    <a:pt x="54668" y="0"/>
                  </a:lnTo>
                  <a:lnTo>
                    <a:pt x="15332" y="265341"/>
                  </a:lnTo>
                  <a:lnTo>
                    <a:pt x="121337" y="277342"/>
                  </a:lnTo>
                  <a:lnTo>
                    <a:pt x="127868" y="266319"/>
                  </a:lnTo>
                  <a:lnTo>
                    <a:pt x="136588" y="257670"/>
                  </a:lnTo>
                  <a:lnTo>
                    <a:pt x="147681" y="252021"/>
                  </a:lnTo>
                  <a:lnTo>
                    <a:pt x="161338" y="249999"/>
                  </a:lnTo>
                  <a:lnTo>
                    <a:pt x="179704" y="254614"/>
                  </a:lnTo>
                  <a:lnTo>
                    <a:pt x="194756" y="268917"/>
                  </a:lnTo>
                  <a:lnTo>
                    <a:pt x="204934" y="293596"/>
                  </a:lnTo>
                  <a:lnTo>
                    <a:pt x="208673" y="329336"/>
                  </a:lnTo>
                  <a:lnTo>
                    <a:pt x="205975" y="365923"/>
                  </a:lnTo>
                  <a:lnTo>
                    <a:pt x="197589" y="390507"/>
                  </a:lnTo>
                  <a:lnTo>
                    <a:pt x="183078" y="404340"/>
                  </a:lnTo>
                  <a:lnTo>
                    <a:pt x="162005" y="408673"/>
                  </a:lnTo>
                  <a:lnTo>
                    <a:pt x="143389" y="403934"/>
                  </a:lnTo>
                  <a:lnTo>
                    <a:pt x="130587" y="390258"/>
                  </a:lnTo>
                  <a:lnTo>
                    <a:pt x="122159" y="368457"/>
                  </a:lnTo>
                  <a:lnTo>
                    <a:pt x="116669" y="339344"/>
                  </a:lnTo>
                  <a:lnTo>
                    <a:pt x="0" y="344678"/>
                  </a:lnTo>
                  <a:lnTo>
                    <a:pt x="11429" y="393122"/>
                  </a:lnTo>
                  <a:lnTo>
                    <a:pt x="33195" y="432860"/>
                  </a:lnTo>
                  <a:lnTo>
                    <a:pt x="65713" y="462710"/>
                  </a:lnTo>
                  <a:lnTo>
                    <a:pt x="109400" y="481488"/>
                  </a:lnTo>
                  <a:lnTo>
                    <a:pt x="164672" y="488010"/>
                  </a:lnTo>
                  <a:lnTo>
                    <a:pt x="212751" y="483497"/>
                  </a:lnTo>
                  <a:lnTo>
                    <a:pt x="253293" y="469911"/>
                  </a:lnTo>
                  <a:lnTo>
                    <a:pt x="285761" y="447176"/>
                  </a:lnTo>
                  <a:lnTo>
                    <a:pt x="309617" y="415219"/>
                  </a:lnTo>
                  <a:lnTo>
                    <a:pt x="324325" y="373965"/>
                  </a:lnTo>
                  <a:lnTo>
                    <a:pt x="329347" y="323342"/>
                  </a:lnTo>
                  <a:lnTo>
                    <a:pt x="322627" y="266157"/>
                  </a:lnTo>
                  <a:lnTo>
                    <a:pt x="304065" y="222347"/>
                  </a:lnTo>
                  <a:lnTo>
                    <a:pt x="276064" y="191529"/>
                  </a:lnTo>
                  <a:lnTo>
                    <a:pt x="241022" y="173319"/>
                  </a:lnTo>
                  <a:lnTo>
                    <a:pt x="201340" y="167335"/>
                  </a:lnTo>
                  <a:lnTo>
                    <a:pt x="179318" y="169199"/>
                  </a:lnTo>
                  <a:lnTo>
                    <a:pt x="160172" y="174251"/>
                  </a:lnTo>
                  <a:lnTo>
                    <a:pt x="143775" y="181678"/>
                  </a:lnTo>
                  <a:lnTo>
                    <a:pt x="130004" y="190665"/>
                  </a:lnTo>
                  <a:lnTo>
                    <a:pt x="128004" y="190665"/>
                  </a:lnTo>
                  <a:lnTo>
                    <a:pt x="144005" y="89331"/>
                  </a:lnTo>
                  <a:lnTo>
                    <a:pt x="294676" y="89331"/>
                  </a:lnTo>
                  <a:lnTo>
                    <a:pt x="3073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967220" y="3135490"/>
              <a:ext cx="329565" cy="488315"/>
            </a:xfrm>
            <a:custGeom>
              <a:avLst/>
              <a:gdLst/>
              <a:ahLst/>
              <a:cxnLst/>
              <a:rect l="l" t="t" r="r" b="b"/>
              <a:pathLst>
                <a:path w="329565" h="488314">
                  <a:moveTo>
                    <a:pt x="15332" y="265341"/>
                  </a:moveTo>
                  <a:lnTo>
                    <a:pt x="121337" y="277342"/>
                  </a:lnTo>
                  <a:lnTo>
                    <a:pt x="127868" y="266319"/>
                  </a:lnTo>
                  <a:lnTo>
                    <a:pt x="136588" y="257670"/>
                  </a:lnTo>
                  <a:lnTo>
                    <a:pt x="147681" y="252021"/>
                  </a:lnTo>
                  <a:lnTo>
                    <a:pt x="161338" y="249999"/>
                  </a:lnTo>
                  <a:lnTo>
                    <a:pt x="179704" y="254614"/>
                  </a:lnTo>
                  <a:lnTo>
                    <a:pt x="194756" y="268917"/>
                  </a:lnTo>
                  <a:lnTo>
                    <a:pt x="204934" y="293596"/>
                  </a:lnTo>
                  <a:lnTo>
                    <a:pt x="208673" y="329336"/>
                  </a:lnTo>
                  <a:lnTo>
                    <a:pt x="205975" y="365923"/>
                  </a:lnTo>
                  <a:lnTo>
                    <a:pt x="197589" y="390507"/>
                  </a:lnTo>
                  <a:lnTo>
                    <a:pt x="183078" y="404340"/>
                  </a:lnTo>
                  <a:lnTo>
                    <a:pt x="162005" y="408673"/>
                  </a:lnTo>
                  <a:lnTo>
                    <a:pt x="143389" y="403934"/>
                  </a:lnTo>
                  <a:lnTo>
                    <a:pt x="130587" y="390258"/>
                  </a:lnTo>
                  <a:lnTo>
                    <a:pt x="122159" y="368457"/>
                  </a:lnTo>
                  <a:lnTo>
                    <a:pt x="116669" y="339344"/>
                  </a:lnTo>
                  <a:lnTo>
                    <a:pt x="0" y="344678"/>
                  </a:lnTo>
                  <a:lnTo>
                    <a:pt x="11429" y="393122"/>
                  </a:lnTo>
                  <a:lnTo>
                    <a:pt x="33195" y="432860"/>
                  </a:lnTo>
                  <a:lnTo>
                    <a:pt x="65713" y="462710"/>
                  </a:lnTo>
                  <a:lnTo>
                    <a:pt x="109400" y="481488"/>
                  </a:lnTo>
                  <a:lnTo>
                    <a:pt x="164672" y="488010"/>
                  </a:lnTo>
                  <a:lnTo>
                    <a:pt x="212751" y="483497"/>
                  </a:lnTo>
                  <a:lnTo>
                    <a:pt x="253293" y="469911"/>
                  </a:lnTo>
                  <a:lnTo>
                    <a:pt x="285761" y="447176"/>
                  </a:lnTo>
                  <a:lnTo>
                    <a:pt x="309617" y="415219"/>
                  </a:lnTo>
                  <a:lnTo>
                    <a:pt x="324325" y="373965"/>
                  </a:lnTo>
                  <a:lnTo>
                    <a:pt x="329347" y="323342"/>
                  </a:lnTo>
                  <a:lnTo>
                    <a:pt x="322627" y="266157"/>
                  </a:lnTo>
                  <a:lnTo>
                    <a:pt x="304065" y="222347"/>
                  </a:lnTo>
                  <a:lnTo>
                    <a:pt x="276064" y="191529"/>
                  </a:lnTo>
                  <a:lnTo>
                    <a:pt x="241022" y="173319"/>
                  </a:lnTo>
                  <a:lnTo>
                    <a:pt x="201340" y="167335"/>
                  </a:lnTo>
                  <a:lnTo>
                    <a:pt x="179318" y="169199"/>
                  </a:lnTo>
                  <a:lnTo>
                    <a:pt x="160172" y="174251"/>
                  </a:lnTo>
                  <a:lnTo>
                    <a:pt x="143775" y="181678"/>
                  </a:lnTo>
                  <a:lnTo>
                    <a:pt x="130004" y="190665"/>
                  </a:lnTo>
                  <a:lnTo>
                    <a:pt x="128004" y="190665"/>
                  </a:lnTo>
                  <a:lnTo>
                    <a:pt x="144005" y="89331"/>
                  </a:lnTo>
                  <a:lnTo>
                    <a:pt x="294676" y="89331"/>
                  </a:lnTo>
                  <a:lnTo>
                    <a:pt x="307338" y="0"/>
                  </a:lnTo>
                  <a:lnTo>
                    <a:pt x="54668" y="0"/>
                  </a:lnTo>
                  <a:lnTo>
                    <a:pt x="15332" y="265341"/>
                  </a:lnTo>
                  <a:close/>
                </a:path>
              </a:pathLst>
            </a:custGeom>
            <a:ln w="465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337424" y="3453891"/>
              <a:ext cx="125095" cy="165100"/>
            </a:xfrm>
            <a:custGeom>
              <a:avLst/>
              <a:gdLst/>
              <a:ahLst/>
              <a:cxnLst/>
              <a:rect l="l" t="t" r="r" b="b"/>
              <a:pathLst>
                <a:path w="125094" h="165100">
                  <a:moveTo>
                    <a:pt x="124523" y="155422"/>
                  </a:moveTo>
                  <a:lnTo>
                    <a:pt x="95643" y="155422"/>
                  </a:lnTo>
                  <a:lnTo>
                    <a:pt x="95643" y="163512"/>
                  </a:lnTo>
                  <a:lnTo>
                    <a:pt x="124523" y="163512"/>
                  </a:lnTo>
                  <a:lnTo>
                    <a:pt x="124523" y="155422"/>
                  </a:lnTo>
                  <a:close/>
                </a:path>
                <a:path w="125094" h="165100">
                  <a:moveTo>
                    <a:pt x="124523" y="91592"/>
                  </a:moveTo>
                  <a:lnTo>
                    <a:pt x="95643" y="91592"/>
                  </a:lnTo>
                  <a:lnTo>
                    <a:pt x="95643" y="129311"/>
                  </a:lnTo>
                  <a:lnTo>
                    <a:pt x="124523" y="129311"/>
                  </a:lnTo>
                  <a:lnTo>
                    <a:pt x="124523" y="91592"/>
                  </a:lnTo>
                  <a:close/>
                </a:path>
                <a:path w="125094" h="165100">
                  <a:moveTo>
                    <a:pt x="124523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66040"/>
                  </a:lnTo>
                  <a:lnTo>
                    <a:pt x="0" y="91440"/>
                  </a:lnTo>
                  <a:lnTo>
                    <a:pt x="0" y="129540"/>
                  </a:lnTo>
                  <a:lnTo>
                    <a:pt x="0" y="154940"/>
                  </a:lnTo>
                  <a:lnTo>
                    <a:pt x="0" y="165100"/>
                  </a:lnTo>
                  <a:lnTo>
                    <a:pt x="27889" y="165100"/>
                  </a:lnTo>
                  <a:lnTo>
                    <a:pt x="27889" y="154940"/>
                  </a:lnTo>
                  <a:lnTo>
                    <a:pt x="124523" y="154940"/>
                  </a:lnTo>
                  <a:lnTo>
                    <a:pt x="124523" y="129540"/>
                  </a:lnTo>
                  <a:lnTo>
                    <a:pt x="27889" y="129540"/>
                  </a:lnTo>
                  <a:lnTo>
                    <a:pt x="27889" y="91440"/>
                  </a:lnTo>
                  <a:lnTo>
                    <a:pt x="124523" y="91440"/>
                  </a:lnTo>
                  <a:lnTo>
                    <a:pt x="124523" y="66065"/>
                  </a:lnTo>
                  <a:lnTo>
                    <a:pt x="124523" y="27965"/>
                  </a:lnTo>
                  <a:lnTo>
                    <a:pt x="95643" y="27965"/>
                  </a:lnTo>
                  <a:lnTo>
                    <a:pt x="95643" y="66040"/>
                  </a:lnTo>
                  <a:lnTo>
                    <a:pt x="27889" y="66040"/>
                  </a:lnTo>
                  <a:lnTo>
                    <a:pt x="27889" y="27940"/>
                  </a:lnTo>
                  <a:lnTo>
                    <a:pt x="124523" y="27940"/>
                  </a:lnTo>
                  <a:lnTo>
                    <a:pt x="1245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337424" y="3454361"/>
              <a:ext cx="125095" cy="165100"/>
            </a:xfrm>
            <a:custGeom>
              <a:avLst/>
              <a:gdLst/>
              <a:ahLst/>
              <a:cxnLst/>
              <a:rect l="l" t="t" r="r" b="b"/>
              <a:pathLst>
                <a:path w="125094" h="165100">
                  <a:moveTo>
                    <a:pt x="27889" y="27495"/>
                  </a:moveTo>
                  <a:lnTo>
                    <a:pt x="95643" y="27495"/>
                  </a:lnTo>
                  <a:lnTo>
                    <a:pt x="95643" y="65595"/>
                  </a:lnTo>
                  <a:lnTo>
                    <a:pt x="27889" y="65595"/>
                  </a:lnTo>
                  <a:lnTo>
                    <a:pt x="27889" y="27495"/>
                  </a:lnTo>
                  <a:close/>
                </a:path>
                <a:path w="125094" h="165100">
                  <a:moveTo>
                    <a:pt x="95643" y="91122"/>
                  </a:moveTo>
                  <a:lnTo>
                    <a:pt x="95643" y="128841"/>
                  </a:lnTo>
                  <a:lnTo>
                    <a:pt x="27889" y="128841"/>
                  </a:lnTo>
                  <a:lnTo>
                    <a:pt x="27889" y="91122"/>
                  </a:lnTo>
                  <a:lnTo>
                    <a:pt x="95643" y="91122"/>
                  </a:lnTo>
                  <a:close/>
                </a:path>
                <a:path w="125094" h="165100">
                  <a:moveTo>
                    <a:pt x="0" y="0"/>
                  </a:moveTo>
                  <a:lnTo>
                    <a:pt x="0" y="165023"/>
                  </a:lnTo>
                  <a:lnTo>
                    <a:pt x="27889" y="165023"/>
                  </a:lnTo>
                  <a:lnTo>
                    <a:pt x="27889" y="154952"/>
                  </a:lnTo>
                  <a:lnTo>
                    <a:pt x="95643" y="154952"/>
                  </a:lnTo>
                  <a:lnTo>
                    <a:pt x="95643" y="163042"/>
                  </a:lnTo>
                  <a:lnTo>
                    <a:pt x="124523" y="163042"/>
                  </a:lnTo>
                  <a:lnTo>
                    <a:pt x="124523" y="0"/>
                  </a:lnTo>
                  <a:lnTo>
                    <a:pt x="0" y="0"/>
                  </a:lnTo>
                  <a:close/>
                </a:path>
              </a:pathLst>
            </a:custGeom>
            <a:ln w="465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509864" y="3446652"/>
              <a:ext cx="174625" cy="177165"/>
            </a:xfrm>
            <a:custGeom>
              <a:avLst/>
              <a:gdLst/>
              <a:ahLst/>
              <a:cxnLst/>
              <a:rect l="l" t="t" r="r" b="b"/>
              <a:pathLst>
                <a:path w="174625" h="177164">
                  <a:moveTo>
                    <a:pt x="89954" y="127114"/>
                  </a:moveTo>
                  <a:lnTo>
                    <a:pt x="63246" y="127114"/>
                  </a:lnTo>
                  <a:lnTo>
                    <a:pt x="63246" y="176847"/>
                  </a:lnTo>
                  <a:lnTo>
                    <a:pt x="89954" y="176847"/>
                  </a:lnTo>
                  <a:lnTo>
                    <a:pt x="89954" y="170713"/>
                  </a:lnTo>
                  <a:lnTo>
                    <a:pt x="174409" y="170713"/>
                  </a:lnTo>
                  <a:lnTo>
                    <a:pt x="174409" y="151866"/>
                  </a:lnTo>
                  <a:lnTo>
                    <a:pt x="89954" y="151866"/>
                  </a:lnTo>
                  <a:lnTo>
                    <a:pt x="89954" y="145580"/>
                  </a:lnTo>
                  <a:lnTo>
                    <a:pt x="165760" y="145580"/>
                  </a:lnTo>
                  <a:lnTo>
                    <a:pt x="165760" y="129082"/>
                  </a:lnTo>
                  <a:lnTo>
                    <a:pt x="89954" y="129082"/>
                  </a:lnTo>
                  <a:lnTo>
                    <a:pt x="89954" y="127114"/>
                  </a:lnTo>
                  <a:close/>
                </a:path>
                <a:path w="174625" h="177164">
                  <a:moveTo>
                    <a:pt x="51854" y="10655"/>
                  </a:moveTo>
                  <a:lnTo>
                    <a:pt x="0" y="10655"/>
                  </a:lnTo>
                  <a:lnTo>
                    <a:pt x="0" y="155003"/>
                  </a:lnTo>
                  <a:lnTo>
                    <a:pt x="22390" y="155003"/>
                  </a:lnTo>
                  <a:lnTo>
                    <a:pt x="22390" y="138709"/>
                  </a:lnTo>
                  <a:lnTo>
                    <a:pt x="51854" y="138709"/>
                  </a:lnTo>
                  <a:lnTo>
                    <a:pt x="51854" y="125158"/>
                  </a:lnTo>
                  <a:lnTo>
                    <a:pt x="89954" y="125158"/>
                  </a:lnTo>
                  <a:lnTo>
                    <a:pt x="89954" y="123380"/>
                  </a:lnTo>
                  <a:lnTo>
                    <a:pt x="165569" y="123380"/>
                  </a:lnTo>
                  <a:lnTo>
                    <a:pt x="165569" y="113957"/>
                  </a:lnTo>
                  <a:lnTo>
                    <a:pt x="22390" y="113957"/>
                  </a:lnTo>
                  <a:lnTo>
                    <a:pt x="22390" y="88620"/>
                  </a:lnTo>
                  <a:lnTo>
                    <a:pt x="51854" y="88620"/>
                  </a:lnTo>
                  <a:lnTo>
                    <a:pt x="51854" y="63284"/>
                  </a:lnTo>
                  <a:lnTo>
                    <a:pt x="22390" y="63284"/>
                  </a:lnTo>
                  <a:lnTo>
                    <a:pt x="22390" y="35991"/>
                  </a:lnTo>
                  <a:lnTo>
                    <a:pt x="51854" y="35991"/>
                  </a:lnTo>
                  <a:lnTo>
                    <a:pt x="51854" y="10655"/>
                  </a:lnTo>
                  <a:close/>
                </a:path>
                <a:path w="174625" h="177164">
                  <a:moveTo>
                    <a:pt x="134340" y="145580"/>
                  </a:moveTo>
                  <a:lnTo>
                    <a:pt x="108610" y="145580"/>
                  </a:lnTo>
                  <a:lnTo>
                    <a:pt x="108610" y="151866"/>
                  </a:lnTo>
                  <a:lnTo>
                    <a:pt x="134340" y="151866"/>
                  </a:lnTo>
                  <a:lnTo>
                    <a:pt x="134340" y="145580"/>
                  </a:lnTo>
                  <a:close/>
                </a:path>
                <a:path w="174625" h="177164">
                  <a:moveTo>
                    <a:pt x="51854" y="138709"/>
                  </a:moveTo>
                  <a:lnTo>
                    <a:pt x="29070" y="138709"/>
                  </a:lnTo>
                  <a:lnTo>
                    <a:pt x="29070" y="148920"/>
                  </a:lnTo>
                  <a:lnTo>
                    <a:pt x="51854" y="148920"/>
                  </a:lnTo>
                  <a:lnTo>
                    <a:pt x="51854" y="138709"/>
                  </a:lnTo>
                  <a:close/>
                </a:path>
                <a:path w="174625" h="177164">
                  <a:moveTo>
                    <a:pt x="89954" y="125158"/>
                  </a:moveTo>
                  <a:lnTo>
                    <a:pt x="51854" y="125158"/>
                  </a:lnTo>
                  <a:lnTo>
                    <a:pt x="53619" y="128104"/>
                  </a:lnTo>
                  <a:lnTo>
                    <a:pt x="55384" y="131432"/>
                  </a:lnTo>
                  <a:lnTo>
                    <a:pt x="56959" y="134188"/>
                  </a:lnTo>
                  <a:lnTo>
                    <a:pt x="61277" y="129476"/>
                  </a:lnTo>
                  <a:lnTo>
                    <a:pt x="63246" y="127114"/>
                  </a:lnTo>
                  <a:lnTo>
                    <a:pt x="89954" y="127114"/>
                  </a:lnTo>
                  <a:lnTo>
                    <a:pt x="89954" y="125158"/>
                  </a:lnTo>
                  <a:close/>
                </a:path>
                <a:path w="174625" h="177164">
                  <a:moveTo>
                    <a:pt x="134340" y="123380"/>
                  </a:moveTo>
                  <a:lnTo>
                    <a:pt x="108610" y="123380"/>
                  </a:lnTo>
                  <a:lnTo>
                    <a:pt x="108610" y="129082"/>
                  </a:lnTo>
                  <a:lnTo>
                    <a:pt x="134340" y="129082"/>
                  </a:lnTo>
                  <a:lnTo>
                    <a:pt x="134340" y="123380"/>
                  </a:lnTo>
                  <a:close/>
                </a:path>
                <a:path w="174625" h="177164">
                  <a:moveTo>
                    <a:pt x="51854" y="88620"/>
                  </a:moveTo>
                  <a:lnTo>
                    <a:pt x="29070" y="88620"/>
                  </a:lnTo>
                  <a:lnTo>
                    <a:pt x="29070" y="113957"/>
                  </a:lnTo>
                  <a:lnTo>
                    <a:pt x="165569" y="113957"/>
                  </a:lnTo>
                  <a:lnTo>
                    <a:pt x="165569" y="106883"/>
                  </a:lnTo>
                  <a:lnTo>
                    <a:pt x="89954" y="106883"/>
                  </a:lnTo>
                  <a:lnTo>
                    <a:pt x="89954" y="100406"/>
                  </a:lnTo>
                  <a:lnTo>
                    <a:pt x="171653" y="100406"/>
                  </a:lnTo>
                  <a:lnTo>
                    <a:pt x="171653" y="99822"/>
                  </a:lnTo>
                  <a:lnTo>
                    <a:pt x="51854" y="99822"/>
                  </a:lnTo>
                  <a:lnTo>
                    <a:pt x="51854" y="88620"/>
                  </a:lnTo>
                  <a:close/>
                </a:path>
                <a:path w="174625" h="177164">
                  <a:moveTo>
                    <a:pt x="134340" y="100406"/>
                  </a:moveTo>
                  <a:lnTo>
                    <a:pt x="108610" y="100406"/>
                  </a:lnTo>
                  <a:lnTo>
                    <a:pt x="108610" y="106883"/>
                  </a:lnTo>
                  <a:lnTo>
                    <a:pt x="134340" y="106883"/>
                  </a:lnTo>
                  <a:lnTo>
                    <a:pt x="134340" y="100406"/>
                  </a:lnTo>
                  <a:close/>
                </a:path>
                <a:path w="174625" h="177164">
                  <a:moveTo>
                    <a:pt x="75615" y="64071"/>
                  </a:moveTo>
                  <a:lnTo>
                    <a:pt x="68257" y="76563"/>
                  </a:lnTo>
                  <a:lnTo>
                    <a:pt x="62263" y="85923"/>
                  </a:lnTo>
                  <a:lnTo>
                    <a:pt x="57004" y="93294"/>
                  </a:lnTo>
                  <a:lnTo>
                    <a:pt x="51854" y="99822"/>
                  </a:lnTo>
                  <a:lnTo>
                    <a:pt x="171653" y="99822"/>
                  </a:lnTo>
                  <a:lnTo>
                    <a:pt x="171653" y="82334"/>
                  </a:lnTo>
                  <a:lnTo>
                    <a:pt x="94081" y="82334"/>
                  </a:lnTo>
                  <a:lnTo>
                    <a:pt x="98196" y="74282"/>
                  </a:lnTo>
                  <a:lnTo>
                    <a:pt x="75615" y="64071"/>
                  </a:lnTo>
                  <a:close/>
                </a:path>
                <a:path w="174625" h="177164">
                  <a:moveTo>
                    <a:pt x="120980" y="63093"/>
                  </a:moveTo>
                  <a:lnTo>
                    <a:pt x="119214" y="63093"/>
                  </a:lnTo>
                  <a:lnTo>
                    <a:pt x="117055" y="69773"/>
                  </a:lnTo>
                  <a:lnTo>
                    <a:pt x="111759" y="82334"/>
                  </a:lnTo>
                  <a:lnTo>
                    <a:pt x="137871" y="82334"/>
                  </a:lnTo>
                  <a:lnTo>
                    <a:pt x="140030" y="78803"/>
                  </a:lnTo>
                  <a:lnTo>
                    <a:pt x="142201" y="74879"/>
                  </a:lnTo>
                  <a:lnTo>
                    <a:pt x="143967" y="70942"/>
                  </a:lnTo>
                  <a:lnTo>
                    <a:pt x="120980" y="63093"/>
                  </a:lnTo>
                  <a:close/>
                </a:path>
                <a:path w="174625" h="177164">
                  <a:moveTo>
                    <a:pt x="112534" y="0"/>
                  </a:moveTo>
                  <a:lnTo>
                    <a:pt x="58724" y="0"/>
                  </a:lnTo>
                  <a:lnTo>
                    <a:pt x="58724" y="20078"/>
                  </a:lnTo>
                  <a:lnTo>
                    <a:pt x="88976" y="20078"/>
                  </a:lnTo>
                  <a:lnTo>
                    <a:pt x="88976" y="25971"/>
                  </a:lnTo>
                  <a:lnTo>
                    <a:pt x="58724" y="25971"/>
                  </a:lnTo>
                  <a:lnTo>
                    <a:pt x="58724" y="41097"/>
                  </a:lnTo>
                  <a:lnTo>
                    <a:pt x="88976" y="41097"/>
                  </a:lnTo>
                  <a:lnTo>
                    <a:pt x="88976" y="46596"/>
                  </a:lnTo>
                  <a:lnTo>
                    <a:pt x="58724" y="46596"/>
                  </a:lnTo>
                  <a:lnTo>
                    <a:pt x="58724" y="62699"/>
                  </a:lnTo>
                  <a:lnTo>
                    <a:pt x="88976" y="62699"/>
                  </a:lnTo>
                  <a:lnTo>
                    <a:pt x="88976" y="68986"/>
                  </a:lnTo>
                  <a:lnTo>
                    <a:pt x="112534" y="68986"/>
                  </a:lnTo>
                  <a:lnTo>
                    <a:pt x="112534" y="0"/>
                  </a:lnTo>
                  <a:close/>
                </a:path>
                <a:path w="174625" h="177164">
                  <a:moveTo>
                    <a:pt x="170865" y="431"/>
                  </a:moveTo>
                  <a:lnTo>
                    <a:pt x="116662" y="431"/>
                  </a:lnTo>
                  <a:lnTo>
                    <a:pt x="116662" y="20269"/>
                  </a:lnTo>
                  <a:lnTo>
                    <a:pt x="144754" y="20269"/>
                  </a:lnTo>
                  <a:lnTo>
                    <a:pt x="144754" y="25768"/>
                  </a:lnTo>
                  <a:lnTo>
                    <a:pt x="116662" y="25768"/>
                  </a:lnTo>
                  <a:lnTo>
                    <a:pt x="116662" y="41097"/>
                  </a:lnTo>
                  <a:lnTo>
                    <a:pt x="144754" y="41097"/>
                  </a:lnTo>
                  <a:lnTo>
                    <a:pt x="144754" y="47383"/>
                  </a:lnTo>
                  <a:lnTo>
                    <a:pt x="116662" y="47383"/>
                  </a:lnTo>
                  <a:lnTo>
                    <a:pt x="116662" y="63093"/>
                  </a:lnTo>
                  <a:lnTo>
                    <a:pt x="144754" y="63093"/>
                  </a:lnTo>
                  <a:lnTo>
                    <a:pt x="144754" y="68389"/>
                  </a:lnTo>
                  <a:lnTo>
                    <a:pt x="170865" y="68389"/>
                  </a:lnTo>
                  <a:lnTo>
                    <a:pt x="170865" y="431"/>
                  </a:lnTo>
                  <a:close/>
                </a:path>
                <a:path w="174625" h="177164">
                  <a:moveTo>
                    <a:pt x="51854" y="35991"/>
                  </a:moveTo>
                  <a:lnTo>
                    <a:pt x="29070" y="35991"/>
                  </a:lnTo>
                  <a:lnTo>
                    <a:pt x="29070" y="63284"/>
                  </a:lnTo>
                  <a:lnTo>
                    <a:pt x="51854" y="63284"/>
                  </a:lnTo>
                  <a:lnTo>
                    <a:pt x="51854" y="359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509864" y="3446652"/>
              <a:ext cx="174625" cy="177165"/>
            </a:xfrm>
            <a:custGeom>
              <a:avLst/>
              <a:gdLst/>
              <a:ahLst/>
              <a:cxnLst/>
              <a:rect l="l" t="t" r="r" b="b"/>
              <a:pathLst>
                <a:path w="174625" h="177164">
                  <a:moveTo>
                    <a:pt x="116662" y="431"/>
                  </a:moveTo>
                  <a:lnTo>
                    <a:pt x="116662" y="20269"/>
                  </a:lnTo>
                  <a:lnTo>
                    <a:pt x="144754" y="20269"/>
                  </a:lnTo>
                  <a:lnTo>
                    <a:pt x="144754" y="25768"/>
                  </a:lnTo>
                  <a:lnTo>
                    <a:pt x="116662" y="25768"/>
                  </a:lnTo>
                  <a:lnTo>
                    <a:pt x="116662" y="41097"/>
                  </a:lnTo>
                  <a:lnTo>
                    <a:pt x="144754" y="41097"/>
                  </a:lnTo>
                  <a:lnTo>
                    <a:pt x="144754" y="47383"/>
                  </a:lnTo>
                  <a:lnTo>
                    <a:pt x="116662" y="47383"/>
                  </a:lnTo>
                  <a:lnTo>
                    <a:pt x="116662" y="63093"/>
                  </a:lnTo>
                  <a:lnTo>
                    <a:pt x="119214" y="63093"/>
                  </a:lnTo>
                  <a:lnTo>
                    <a:pt x="117055" y="69773"/>
                  </a:lnTo>
                  <a:lnTo>
                    <a:pt x="114503" y="75857"/>
                  </a:lnTo>
                  <a:lnTo>
                    <a:pt x="111759" y="82334"/>
                  </a:lnTo>
                  <a:lnTo>
                    <a:pt x="94081" y="82334"/>
                  </a:lnTo>
                  <a:lnTo>
                    <a:pt x="98196" y="74282"/>
                  </a:lnTo>
                  <a:lnTo>
                    <a:pt x="75615" y="64071"/>
                  </a:lnTo>
                  <a:lnTo>
                    <a:pt x="68257" y="76563"/>
                  </a:lnTo>
                  <a:lnTo>
                    <a:pt x="62263" y="85923"/>
                  </a:lnTo>
                  <a:lnTo>
                    <a:pt x="57004" y="93294"/>
                  </a:lnTo>
                  <a:lnTo>
                    <a:pt x="51854" y="99822"/>
                  </a:lnTo>
                  <a:lnTo>
                    <a:pt x="51854" y="10655"/>
                  </a:lnTo>
                  <a:lnTo>
                    <a:pt x="0" y="10655"/>
                  </a:lnTo>
                  <a:lnTo>
                    <a:pt x="0" y="155003"/>
                  </a:lnTo>
                  <a:lnTo>
                    <a:pt x="22390" y="155003"/>
                  </a:lnTo>
                  <a:lnTo>
                    <a:pt x="22390" y="138709"/>
                  </a:lnTo>
                  <a:lnTo>
                    <a:pt x="29070" y="138709"/>
                  </a:lnTo>
                  <a:lnTo>
                    <a:pt x="29070" y="148920"/>
                  </a:lnTo>
                  <a:lnTo>
                    <a:pt x="51854" y="148920"/>
                  </a:lnTo>
                  <a:lnTo>
                    <a:pt x="51854" y="125158"/>
                  </a:lnTo>
                  <a:lnTo>
                    <a:pt x="53619" y="128104"/>
                  </a:lnTo>
                  <a:lnTo>
                    <a:pt x="55384" y="131432"/>
                  </a:lnTo>
                  <a:lnTo>
                    <a:pt x="56959" y="134188"/>
                  </a:lnTo>
                  <a:lnTo>
                    <a:pt x="58928" y="132029"/>
                  </a:lnTo>
                  <a:lnTo>
                    <a:pt x="61277" y="129476"/>
                  </a:lnTo>
                  <a:lnTo>
                    <a:pt x="63246" y="127114"/>
                  </a:lnTo>
                  <a:lnTo>
                    <a:pt x="63246" y="176847"/>
                  </a:lnTo>
                  <a:lnTo>
                    <a:pt x="89954" y="176847"/>
                  </a:lnTo>
                  <a:lnTo>
                    <a:pt x="89954" y="170713"/>
                  </a:lnTo>
                  <a:lnTo>
                    <a:pt x="174409" y="170713"/>
                  </a:lnTo>
                  <a:lnTo>
                    <a:pt x="174409" y="151866"/>
                  </a:lnTo>
                  <a:lnTo>
                    <a:pt x="134340" y="151866"/>
                  </a:lnTo>
                  <a:lnTo>
                    <a:pt x="134340" y="145580"/>
                  </a:lnTo>
                  <a:lnTo>
                    <a:pt x="165760" y="145580"/>
                  </a:lnTo>
                  <a:lnTo>
                    <a:pt x="165760" y="129082"/>
                  </a:lnTo>
                  <a:lnTo>
                    <a:pt x="134340" y="129082"/>
                  </a:lnTo>
                  <a:lnTo>
                    <a:pt x="134340" y="123380"/>
                  </a:lnTo>
                  <a:lnTo>
                    <a:pt x="165569" y="123380"/>
                  </a:lnTo>
                  <a:lnTo>
                    <a:pt x="165569" y="106883"/>
                  </a:lnTo>
                  <a:lnTo>
                    <a:pt x="134340" y="106883"/>
                  </a:lnTo>
                  <a:lnTo>
                    <a:pt x="134340" y="100406"/>
                  </a:lnTo>
                  <a:lnTo>
                    <a:pt x="171653" y="100406"/>
                  </a:lnTo>
                  <a:lnTo>
                    <a:pt x="171653" y="82334"/>
                  </a:lnTo>
                  <a:lnTo>
                    <a:pt x="137871" y="82334"/>
                  </a:lnTo>
                  <a:lnTo>
                    <a:pt x="140030" y="78803"/>
                  </a:lnTo>
                  <a:lnTo>
                    <a:pt x="142201" y="74879"/>
                  </a:lnTo>
                  <a:lnTo>
                    <a:pt x="143967" y="70942"/>
                  </a:lnTo>
                  <a:lnTo>
                    <a:pt x="120980" y="63093"/>
                  </a:lnTo>
                  <a:lnTo>
                    <a:pt x="144754" y="63093"/>
                  </a:lnTo>
                  <a:lnTo>
                    <a:pt x="144754" y="68389"/>
                  </a:lnTo>
                  <a:lnTo>
                    <a:pt x="170865" y="68389"/>
                  </a:lnTo>
                  <a:lnTo>
                    <a:pt x="170865" y="431"/>
                  </a:lnTo>
                  <a:lnTo>
                    <a:pt x="116662" y="431"/>
                  </a:lnTo>
                  <a:close/>
                </a:path>
                <a:path w="174625" h="177164">
                  <a:moveTo>
                    <a:pt x="89954" y="123380"/>
                  </a:moveTo>
                  <a:lnTo>
                    <a:pt x="108610" y="123380"/>
                  </a:lnTo>
                  <a:lnTo>
                    <a:pt x="108610" y="129082"/>
                  </a:lnTo>
                  <a:lnTo>
                    <a:pt x="89954" y="129082"/>
                  </a:lnTo>
                  <a:lnTo>
                    <a:pt x="89954" y="123380"/>
                  </a:lnTo>
                  <a:close/>
                </a:path>
                <a:path w="174625" h="177164">
                  <a:moveTo>
                    <a:pt x="89954" y="100406"/>
                  </a:moveTo>
                  <a:lnTo>
                    <a:pt x="108610" y="100406"/>
                  </a:lnTo>
                  <a:lnTo>
                    <a:pt x="108610" y="106883"/>
                  </a:lnTo>
                  <a:lnTo>
                    <a:pt x="89954" y="106883"/>
                  </a:lnTo>
                  <a:lnTo>
                    <a:pt x="89954" y="100406"/>
                  </a:lnTo>
                  <a:close/>
                </a:path>
                <a:path w="174625" h="177164">
                  <a:moveTo>
                    <a:pt x="89954" y="145580"/>
                  </a:moveTo>
                  <a:lnTo>
                    <a:pt x="108610" y="145580"/>
                  </a:lnTo>
                  <a:lnTo>
                    <a:pt x="108610" y="151866"/>
                  </a:lnTo>
                  <a:lnTo>
                    <a:pt x="89954" y="151866"/>
                  </a:lnTo>
                  <a:lnTo>
                    <a:pt x="89954" y="145580"/>
                  </a:lnTo>
                  <a:close/>
                </a:path>
                <a:path w="174625" h="177164">
                  <a:moveTo>
                    <a:pt x="22390" y="35991"/>
                  </a:moveTo>
                  <a:lnTo>
                    <a:pt x="29070" y="35991"/>
                  </a:lnTo>
                  <a:lnTo>
                    <a:pt x="29070" y="63284"/>
                  </a:lnTo>
                  <a:lnTo>
                    <a:pt x="22390" y="63284"/>
                  </a:lnTo>
                  <a:lnTo>
                    <a:pt x="22390" y="35991"/>
                  </a:lnTo>
                  <a:close/>
                </a:path>
                <a:path w="174625" h="177164">
                  <a:moveTo>
                    <a:pt x="22390" y="88620"/>
                  </a:moveTo>
                  <a:lnTo>
                    <a:pt x="29070" y="88620"/>
                  </a:lnTo>
                  <a:lnTo>
                    <a:pt x="29070" y="113957"/>
                  </a:lnTo>
                  <a:lnTo>
                    <a:pt x="22390" y="113957"/>
                  </a:lnTo>
                  <a:lnTo>
                    <a:pt x="22390" y="88620"/>
                  </a:lnTo>
                  <a:close/>
                </a:path>
                <a:path w="174625" h="177164">
                  <a:moveTo>
                    <a:pt x="58724" y="0"/>
                  </a:moveTo>
                  <a:lnTo>
                    <a:pt x="58724" y="20078"/>
                  </a:lnTo>
                  <a:lnTo>
                    <a:pt x="88976" y="20078"/>
                  </a:lnTo>
                  <a:lnTo>
                    <a:pt x="88976" y="25971"/>
                  </a:lnTo>
                  <a:lnTo>
                    <a:pt x="58724" y="25971"/>
                  </a:lnTo>
                  <a:lnTo>
                    <a:pt x="58724" y="41097"/>
                  </a:lnTo>
                  <a:lnTo>
                    <a:pt x="88976" y="41097"/>
                  </a:lnTo>
                  <a:lnTo>
                    <a:pt x="88976" y="46596"/>
                  </a:lnTo>
                  <a:lnTo>
                    <a:pt x="58724" y="46596"/>
                  </a:lnTo>
                  <a:lnTo>
                    <a:pt x="58724" y="62699"/>
                  </a:lnTo>
                  <a:lnTo>
                    <a:pt x="88976" y="62699"/>
                  </a:lnTo>
                  <a:lnTo>
                    <a:pt x="88976" y="68986"/>
                  </a:lnTo>
                  <a:lnTo>
                    <a:pt x="112534" y="68986"/>
                  </a:lnTo>
                  <a:lnTo>
                    <a:pt x="112534" y="0"/>
                  </a:lnTo>
                  <a:lnTo>
                    <a:pt x="58724" y="0"/>
                  </a:lnTo>
                  <a:close/>
                </a:path>
              </a:pathLst>
            </a:custGeom>
            <a:ln w="465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730235" y="3453891"/>
              <a:ext cx="125095" cy="165100"/>
            </a:xfrm>
            <a:custGeom>
              <a:avLst/>
              <a:gdLst/>
              <a:ahLst/>
              <a:cxnLst/>
              <a:rect l="l" t="t" r="r" b="b"/>
              <a:pathLst>
                <a:path w="125094" h="165100">
                  <a:moveTo>
                    <a:pt x="124510" y="155422"/>
                  </a:moveTo>
                  <a:lnTo>
                    <a:pt x="95643" y="155422"/>
                  </a:lnTo>
                  <a:lnTo>
                    <a:pt x="95643" y="163512"/>
                  </a:lnTo>
                  <a:lnTo>
                    <a:pt x="124510" y="163512"/>
                  </a:lnTo>
                  <a:lnTo>
                    <a:pt x="124510" y="155422"/>
                  </a:lnTo>
                  <a:close/>
                </a:path>
                <a:path w="125094" h="165100">
                  <a:moveTo>
                    <a:pt x="124510" y="91592"/>
                  </a:moveTo>
                  <a:lnTo>
                    <a:pt x="95643" y="91592"/>
                  </a:lnTo>
                  <a:lnTo>
                    <a:pt x="95643" y="129311"/>
                  </a:lnTo>
                  <a:lnTo>
                    <a:pt x="124510" y="129311"/>
                  </a:lnTo>
                  <a:lnTo>
                    <a:pt x="124510" y="91592"/>
                  </a:lnTo>
                  <a:close/>
                </a:path>
                <a:path w="125094" h="165100">
                  <a:moveTo>
                    <a:pt x="124510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66040"/>
                  </a:lnTo>
                  <a:lnTo>
                    <a:pt x="0" y="91440"/>
                  </a:lnTo>
                  <a:lnTo>
                    <a:pt x="0" y="129540"/>
                  </a:lnTo>
                  <a:lnTo>
                    <a:pt x="0" y="154940"/>
                  </a:lnTo>
                  <a:lnTo>
                    <a:pt x="0" y="165100"/>
                  </a:lnTo>
                  <a:lnTo>
                    <a:pt x="27889" y="165100"/>
                  </a:lnTo>
                  <a:lnTo>
                    <a:pt x="27889" y="154940"/>
                  </a:lnTo>
                  <a:lnTo>
                    <a:pt x="124510" y="154940"/>
                  </a:lnTo>
                  <a:lnTo>
                    <a:pt x="124510" y="129540"/>
                  </a:lnTo>
                  <a:lnTo>
                    <a:pt x="27889" y="129540"/>
                  </a:lnTo>
                  <a:lnTo>
                    <a:pt x="27889" y="91440"/>
                  </a:lnTo>
                  <a:lnTo>
                    <a:pt x="124510" y="91440"/>
                  </a:lnTo>
                  <a:lnTo>
                    <a:pt x="124510" y="66065"/>
                  </a:lnTo>
                  <a:lnTo>
                    <a:pt x="124510" y="27965"/>
                  </a:lnTo>
                  <a:lnTo>
                    <a:pt x="95643" y="27965"/>
                  </a:lnTo>
                  <a:lnTo>
                    <a:pt x="95643" y="66040"/>
                  </a:lnTo>
                  <a:lnTo>
                    <a:pt x="27889" y="66040"/>
                  </a:lnTo>
                  <a:lnTo>
                    <a:pt x="27889" y="27940"/>
                  </a:lnTo>
                  <a:lnTo>
                    <a:pt x="124510" y="27940"/>
                  </a:lnTo>
                  <a:lnTo>
                    <a:pt x="1245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730235" y="3454361"/>
              <a:ext cx="125095" cy="165100"/>
            </a:xfrm>
            <a:custGeom>
              <a:avLst/>
              <a:gdLst/>
              <a:ahLst/>
              <a:cxnLst/>
              <a:rect l="l" t="t" r="r" b="b"/>
              <a:pathLst>
                <a:path w="125094" h="165100">
                  <a:moveTo>
                    <a:pt x="27889" y="27495"/>
                  </a:moveTo>
                  <a:lnTo>
                    <a:pt x="95643" y="27495"/>
                  </a:lnTo>
                  <a:lnTo>
                    <a:pt x="95643" y="65595"/>
                  </a:lnTo>
                  <a:lnTo>
                    <a:pt x="27889" y="65595"/>
                  </a:lnTo>
                  <a:lnTo>
                    <a:pt x="27889" y="27495"/>
                  </a:lnTo>
                  <a:close/>
                </a:path>
                <a:path w="125094" h="165100">
                  <a:moveTo>
                    <a:pt x="95643" y="91122"/>
                  </a:moveTo>
                  <a:lnTo>
                    <a:pt x="95643" y="128841"/>
                  </a:lnTo>
                  <a:lnTo>
                    <a:pt x="27889" y="128841"/>
                  </a:lnTo>
                  <a:lnTo>
                    <a:pt x="27889" y="91122"/>
                  </a:lnTo>
                  <a:lnTo>
                    <a:pt x="95643" y="91122"/>
                  </a:lnTo>
                  <a:close/>
                </a:path>
                <a:path w="125094" h="165100">
                  <a:moveTo>
                    <a:pt x="0" y="0"/>
                  </a:moveTo>
                  <a:lnTo>
                    <a:pt x="0" y="165023"/>
                  </a:lnTo>
                  <a:lnTo>
                    <a:pt x="27889" y="165023"/>
                  </a:lnTo>
                  <a:lnTo>
                    <a:pt x="27889" y="154952"/>
                  </a:lnTo>
                  <a:lnTo>
                    <a:pt x="95643" y="154952"/>
                  </a:lnTo>
                  <a:lnTo>
                    <a:pt x="95643" y="163042"/>
                  </a:lnTo>
                  <a:lnTo>
                    <a:pt x="124510" y="163042"/>
                  </a:lnTo>
                  <a:lnTo>
                    <a:pt x="124510" y="0"/>
                  </a:lnTo>
                  <a:lnTo>
                    <a:pt x="0" y="0"/>
                  </a:lnTo>
                  <a:close/>
                </a:path>
              </a:pathLst>
            </a:custGeom>
            <a:ln w="465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65519" y="3245548"/>
              <a:ext cx="403225" cy="375920"/>
            </a:xfrm>
            <a:custGeom>
              <a:avLst/>
              <a:gdLst/>
              <a:ahLst/>
              <a:cxnLst/>
              <a:rect l="l" t="t" r="r" b="b"/>
              <a:pathLst>
                <a:path w="403225" h="375920">
                  <a:moveTo>
                    <a:pt x="182816" y="20688"/>
                  </a:moveTo>
                  <a:lnTo>
                    <a:pt x="128447" y="20688"/>
                  </a:lnTo>
                  <a:lnTo>
                    <a:pt x="0" y="90436"/>
                  </a:lnTo>
                  <a:lnTo>
                    <a:pt x="30784" y="152019"/>
                  </a:lnTo>
                  <a:lnTo>
                    <a:pt x="97663" y="116903"/>
                  </a:lnTo>
                  <a:lnTo>
                    <a:pt x="97663" y="369951"/>
                  </a:lnTo>
                  <a:lnTo>
                    <a:pt x="182816" y="369951"/>
                  </a:lnTo>
                  <a:lnTo>
                    <a:pt x="182816" y="20688"/>
                  </a:lnTo>
                  <a:close/>
                </a:path>
                <a:path w="403225" h="375920">
                  <a:moveTo>
                    <a:pt x="403148" y="0"/>
                  </a:moveTo>
                  <a:lnTo>
                    <a:pt x="336765" y="0"/>
                  </a:lnTo>
                  <a:lnTo>
                    <a:pt x="246799" y="375729"/>
                  </a:lnTo>
                  <a:lnTo>
                    <a:pt x="313182" y="375729"/>
                  </a:lnTo>
                  <a:lnTo>
                    <a:pt x="403148" y="0"/>
                  </a:lnTo>
                  <a:close/>
                </a:path>
              </a:pathLst>
            </a:custGeom>
            <a:solidFill>
              <a:srgbClr val="070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77862" y="3126815"/>
              <a:ext cx="884555" cy="497205"/>
            </a:xfrm>
            <a:custGeom>
              <a:avLst/>
              <a:gdLst/>
              <a:ahLst/>
              <a:cxnLst/>
              <a:rect l="l" t="t" r="r" b="b"/>
              <a:pathLst>
                <a:path w="884555" h="497204">
                  <a:moveTo>
                    <a:pt x="335343" y="394677"/>
                  </a:moveTo>
                  <a:lnTo>
                    <a:pt x="138671" y="394677"/>
                  </a:lnTo>
                  <a:lnTo>
                    <a:pt x="155219" y="362559"/>
                  </a:lnTo>
                  <a:lnTo>
                    <a:pt x="180975" y="335064"/>
                  </a:lnTo>
                  <a:lnTo>
                    <a:pt x="212445" y="309753"/>
                  </a:lnTo>
                  <a:lnTo>
                    <a:pt x="246100" y="284187"/>
                  </a:lnTo>
                  <a:lnTo>
                    <a:pt x="278396" y="255930"/>
                  </a:lnTo>
                  <a:lnTo>
                    <a:pt x="305841" y="222554"/>
                  </a:lnTo>
                  <a:lnTo>
                    <a:pt x="324878" y="181622"/>
                  </a:lnTo>
                  <a:lnTo>
                    <a:pt x="332016" y="130670"/>
                  </a:lnTo>
                  <a:lnTo>
                    <a:pt x="325945" y="90208"/>
                  </a:lnTo>
                  <a:lnTo>
                    <a:pt x="307454" y="54444"/>
                  </a:lnTo>
                  <a:lnTo>
                    <a:pt x="276136" y="25844"/>
                  </a:lnTo>
                  <a:lnTo>
                    <a:pt x="231571" y="6870"/>
                  </a:lnTo>
                  <a:lnTo>
                    <a:pt x="173342" y="0"/>
                  </a:lnTo>
                  <a:lnTo>
                    <a:pt x="111315" y="8407"/>
                  </a:lnTo>
                  <a:lnTo>
                    <a:pt x="65963" y="31000"/>
                  </a:lnTo>
                  <a:lnTo>
                    <a:pt x="34759" y="63944"/>
                  </a:lnTo>
                  <a:lnTo>
                    <a:pt x="15176" y="103352"/>
                  </a:lnTo>
                  <a:lnTo>
                    <a:pt x="4673" y="145338"/>
                  </a:lnTo>
                  <a:lnTo>
                    <a:pt x="124002" y="148005"/>
                  </a:lnTo>
                  <a:lnTo>
                    <a:pt x="128930" y="120853"/>
                  </a:lnTo>
                  <a:lnTo>
                    <a:pt x="137426" y="100761"/>
                  </a:lnTo>
                  <a:lnTo>
                    <a:pt x="150545" y="88303"/>
                  </a:lnTo>
                  <a:lnTo>
                    <a:pt x="169341" y="84010"/>
                  </a:lnTo>
                  <a:lnTo>
                    <a:pt x="190068" y="88468"/>
                  </a:lnTo>
                  <a:lnTo>
                    <a:pt x="203174" y="100101"/>
                  </a:lnTo>
                  <a:lnTo>
                    <a:pt x="210032" y="116357"/>
                  </a:lnTo>
                  <a:lnTo>
                    <a:pt x="212013" y="134670"/>
                  </a:lnTo>
                  <a:lnTo>
                    <a:pt x="206997" y="160642"/>
                  </a:lnTo>
                  <a:lnTo>
                    <a:pt x="193230" y="185013"/>
                  </a:lnTo>
                  <a:lnTo>
                    <a:pt x="172643" y="209143"/>
                  </a:lnTo>
                  <a:lnTo>
                    <a:pt x="147180" y="234340"/>
                  </a:lnTo>
                  <a:lnTo>
                    <a:pt x="118757" y="261937"/>
                  </a:lnTo>
                  <a:lnTo>
                    <a:pt x="89319" y="293281"/>
                  </a:lnTo>
                  <a:lnTo>
                    <a:pt x="60794" y="329692"/>
                  </a:lnTo>
                  <a:lnTo>
                    <a:pt x="35102" y="372516"/>
                  </a:lnTo>
                  <a:lnTo>
                    <a:pt x="14198" y="423075"/>
                  </a:lnTo>
                  <a:lnTo>
                    <a:pt x="0" y="482688"/>
                  </a:lnTo>
                  <a:lnTo>
                    <a:pt x="10668" y="488683"/>
                  </a:lnTo>
                  <a:lnTo>
                    <a:pt x="335343" y="488683"/>
                  </a:lnTo>
                  <a:lnTo>
                    <a:pt x="335343" y="394677"/>
                  </a:lnTo>
                  <a:close/>
                </a:path>
                <a:path w="884555" h="497204">
                  <a:moveTo>
                    <a:pt x="718705" y="332016"/>
                  </a:moveTo>
                  <a:lnTo>
                    <a:pt x="711974" y="274840"/>
                  </a:lnTo>
                  <a:lnTo>
                    <a:pt x="693420" y="231025"/>
                  </a:lnTo>
                  <a:lnTo>
                    <a:pt x="665416" y="200215"/>
                  </a:lnTo>
                  <a:lnTo>
                    <a:pt x="630377" y="182003"/>
                  </a:lnTo>
                  <a:lnTo>
                    <a:pt x="590689" y="176009"/>
                  </a:lnTo>
                  <a:lnTo>
                    <a:pt x="568667" y="177876"/>
                  </a:lnTo>
                  <a:lnTo>
                    <a:pt x="549529" y="182930"/>
                  </a:lnTo>
                  <a:lnTo>
                    <a:pt x="533133" y="190360"/>
                  </a:lnTo>
                  <a:lnTo>
                    <a:pt x="519353" y="199339"/>
                  </a:lnTo>
                  <a:lnTo>
                    <a:pt x="517359" y="199339"/>
                  </a:lnTo>
                  <a:lnTo>
                    <a:pt x="533361" y="98005"/>
                  </a:lnTo>
                  <a:lnTo>
                    <a:pt x="684034" y="98005"/>
                  </a:lnTo>
                  <a:lnTo>
                    <a:pt x="696696" y="8674"/>
                  </a:lnTo>
                  <a:lnTo>
                    <a:pt x="444017" y="8674"/>
                  </a:lnTo>
                  <a:lnTo>
                    <a:pt x="404685" y="274015"/>
                  </a:lnTo>
                  <a:lnTo>
                    <a:pt x="510692" y="286016"/>
                  </a:lnTo>
                  <a:lnTo>
                    <a:pt x="517220" y="275005"/>
                  </a:lnTo>
                  <a:lnTo>
                    <a:pt x="525945" y="266344"/>
                  </a:lnTo>
                  <a:lnTo>
                    <a:pt x="537032" y="260705"/>
                  </a:lnTo>
                  <a:lnTo>
                    <a:pt x="550684" y="258673"/>
                  </a:lnTo>
                  <a:lnTo>
                    <a:pt x="569061" y="263296"/>
                  </a:lnTo>
                  <a:lnTo>
                    <a:pt x="584111" y="277596"/>
                  </a:lnTo>
                  <a:lnTo>
                    <a:pt x="594283" y="302272"/>
                  </a:lnTo>
                  <a:lnTo>
                    <a:pt x="598030" y="338010"/>
                  </a:lnTo>
                  <a:lnTo>
                    <a:pt x="595325" y="374599"/>
                  </a:lnTo>
                  <a:lnTo>
                    <a:pt x="586943" y="399186"/>
                  </a:lnTo>
                  <a:lnTo>
                    <a:pt x="572427" y="413016"/>
                  </a:lnTo>
                  <a:lnTo>
                    <a:pt x="551357" y="417347"/>
                  </a:lnTo>
                  <a:lnTo>
                    <a:pt x="532739" y="412610"/>
                  </a:lnTo>
                  <a:lnTo>
                    <a:pt x="519938" y="398945"/>
                  </a:lnTo>
                  <a:lnTo>
                    <a:pt x="511505" y="377139"/>
                  </a:lnTo>
                  <a:lnTo>
                    <a:pt x="506018" y="348018"/>
                  </a:lnTo>
                  <a:lnTo>
                    <a:pt x="389356" y="353352"/>
                  </a:lnTo>
                  <a:lnTo>
                    <a:pt x="400786" y="401802"/>
                  </a:lnTo>
                  <a:lnTo>
                    <a:pt x="422541" y="441540"/>
                  </a:lnTo>
                  <a:lnTo>
                    <a:pt x="455066" y="471385"/>
                  </a:lnTo>
                  <a:lnTo>
                    <a:pt x="498754" y="490169"/>
                  </a:lnTo>
                  <a:lnTo>
                    <a:pt x="554024" y="496684"/>
                  </a:lnTo>
                  <a:lnTo>
                    <a:pt x="602107" y="492175"/>
                  </a:lnTo>
                  <a:lnTo>
                    <a:pt x="642645" y="478586"/>
                  </a:lnTo>
                  <a:lnTo>
                    <a:pt x="675119" y="455853"/>
                  </a:lnTo>
                  <a:lnTo>
                    <a:pt x="698969" y="423900"/>
                  </a:lnTo>
                  <a:lnTo>
                    <a:pt x="713676" y="382651"/>
                  </a:lnTo>
                  <a:lnTo>
                    <a:pt x="718705" y="332016"/>
                  </a:lnTo>
                  <a:close/>
                </a:path>
                <a:path w="884555" h="497204">
                  <a:moveTo>
                    <a:pt x="884085" y="482498"/>
                  </a:moveTo>
                  <a:lnTo>
                    <a:pt x="855205" y="482498"/>
                  </a:lnTo>
                  <a:lnTo>
                    <a:pt x="855205" y="490588"/>
                  </a:lnTo>
                  <a:lnTo>
                    <a:pt x="884085" y="490588"/>
                  </a:lnTo>
                  <a:lnTo>
                    <a:pt x="884085" y="482498"/>
                  </a:lnTo>
                  <a:close/>
                </a:path>
                <a:path w="884555" h="497204">
                  <a:moveTo>
                    <a:pt x="884085" y="418668"/>
                  </a:moveTo>
                  <a:lnTo>
                    <a:pt x="855205" y="418668"/>
                  </a:lnTo>
                  <a:lnTo>
                    <a:pt x="855205" y="456387"/>
                  </a:lnTo>
                  <a:lnTo>
                    <a:pt x="884085" y="456387"/>
                  </a:lnTo>
                  <a:lnTo>
                    <a:pt x="884085" y="418668"/>
                  </a:lnTo>
                  <a:close/>
                </a:path>
                <a:path w="884555" h="497204">
                  <a:moveTo>
                    <a:pt x="884085" y="327075"/>
                  </a:moveTo>
                  <a:lnTo>
                    <a:pt x="759561" y="327075"/>
                  </a:lnTo>
                  <a:lnTo>
                    <a:pt x="759561" y="355015"/>
                  </a:lnTo>
                  <a:lnTo>
                    <a:pt x="759561" y="393115"/>
                  </a:lnTo>
                  <a:lnTo>
                    <a:pt x="759561" y="418515"/>
                  </a:lnTo>
                  <a:lnTo>
                    <a:pt x="759561" y="456615"/>
                  </a:lnTo>
                  <a:lnTo>
                    <a:pt x="759561" y="482015"/>
                  </a:lnTo>
                  <a:lnTo>
                    <a:pt x="759561" y="492175"/>
                  </a:lnTo>
                  <a:lnTo>
                    <a:pt x="787450" y="492175"/>
                  </a:lnTo>
                  <a:lnTo>
                    <a:pt x="787450" y="482015"/>
                  </a:lnTo>
                  <a:lnTo>
                    <a:pt x="884085" y="482015"/>
                  </a:lnTo>
                  <a:lnTo>
                    <a:pt x="884085" y="456615"/>
                  </a:lnTo>
                  <a:lnTo>
                    <a:pt x="787450" y="456615"/>
                  </a:lnTo>
                  <a:lnTo>
                    <a:pt x="787450" y="418515"/>
                  </a:lnTo>
                  <a:lnTo>
                    <a:pt x="884085" y="418515"/>
                  </a:lnTo>
                  <a:lnTo>
                    <a:pt x="884085" y="393141"/>
                  </a:lnTo>
                  <a:lnTo>
                    <a:pt x="884085" y="355041"/>
                  </a:lnTo>
                  <a:lnTo>
                    <a:pt x="855205" y="355041"/>
                  </a:lnTo>
                  <a:lnTo>
                    <a:pt x="855205" y="393115"/>
                  </a:lnTo>
                  <a:lnTo>
                    <a:pt x="787450" y="393115"/>
                  </a:lnTo>
                  <a:lnTo>
                    <a:pt x="787450" y="355015"/>
                  </a:lnTo>
                  <a:lnTo>
                    <a:pt x="884085" y="355015"/>
                  </a:lnTo>
                  <a:lnTo>
                    <a:pt x="884085" y="327075"/>
                  </a:lnTo>
                  <a:close/>
                </a:path>
              </a:pathLst>
            </a:custGeom>
            <a:solidFill>
              <a:srgbClr val="EE25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509864" y="3446652"/>
              <a:ext cx="174409" cy="176847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730235" y="3453891"/>
              <a:ext cx="125095" cy="165100"/>
            </a:xfrm>
            <a:custGeom>
              <a:avLst/>
              <a:gdLst/>
              <a:ahLst/>
              <a:cxnLst/>
              <a:rect l="l" t="t" r="r" b="b"/>
              <a:pathLst>
                <a:path w="125094" h="165100">
                  <a:moveTo>
                    <a:pt x="124510" y="155422"/>
                  </a:moveTo>
                  <a:lnTo>
                    <a:pt x="95643" y="155422"/>
                  </a:lnTo>
                  <a:lnTo>
                    <a:pt x="95643" y="163512"/>
                  </a:lnTo>
                  <a:lnTo>
                    <a:pt x="124510" y="163512"/>
                  </a:lnTo>
                  <a:lnTo>
                    <a:pt x="124510" y="155422"/>
                  </a:lnTo>
                  <a:close/>
                </a:path>
                <a:path w="125094" h="165100">
                  <a:moveTo>
                    <a:pt x="124510" y="91592"/>
                  </a:moveTo>
                  <a:lnTo>
                    <a:pt x="95643" y="91592"/>
                  </a:lnTo>
                  <a:lnTo>
                    <a:pt x="95643" y="129311"/>
                  </a:lnTo>
                  <a:lnTo>
                    <a:pt x="124510" y="129311"/>
                  </a:lnTo>
                  <a:lnTo>
                    <a:pt x="124510" y="91592"/>
                  </a:lnTo>
                  <a:close/>
                </a:path>
                <a:path w="125094" h="165100">
                  <a:moveTo>
                    <a:pt x="124510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66040"/>
                  </a:lnTo>
                  <a:lnTo>
                    <a:pt x="0" y="91440"/>
                  </a:lnTo>
                  <a:lnTo>
                    <a:pt x="0" y="129540"/>
                  </a:lnTo>
                  <a:lnTo>
                    <a:pt x="0" y="154940"/>
                  </a:lnTo>
                  <a:lnTo>
                    <a:pt x="0" y="165100"/>
                  </a:lnTo>
                  <a:lnTo>
                    <a:pt x="27889" y="165100"/>
                  </a:lnTo>
                  <a:lnTo>
                    <a:pt x="27889" y="154940"/>
                  </a:lnTo>
                  <a:lnTo>
                    <a:pt x="124510" y="154940"/>
                  </a:lnTo>
                  <a:lnTo>
                    <a:pt x="124510" y="129540"/>
                  </a:lnTo>
                  <a:lnTo>
                    <a:pt x="27889" y="129540"/>
                  </a:lnTo>
                  <a:lnTo>
                    <a:pt x="27889" y="91440"/>
                  </a:lnTo>
                  <a:lnTo>
                    <a:pt x="124510" y="91440"/>
                  </a:lnTo>
                  <a:lnTo>
                    <a:pt x="124510" y="66065"/>
                  </a:lnTo>
                  <a:lnTo>
                    <a:pt x="124510" y="27965"/>
                  </a:lnTo>
                  <a:lnTo>
                    <a:pt x="95643" y="27965"/>
                  </a:lnTo>
                  <a:lnTo>
                    <a:pt x="95643" y="66040"/>
                  </a:lnTo>
                  <a:lnTo>
                    <a:pt x="27889" y="66040"/>
                  </a:lnTo>
                  <a:lnTo>
                    <a:pt x="27889" y="27940"/>
                  </a:lnTo>
                  <a:lnTo>
                    <a:pt x="124510" y="27940"/>
                  </a:lnTo>
                  <a:lnTo>
                    <a:pt x="124510" y="0"/>
                  </a:lnTo>
                  <a:close/>
                </a:path>
              </a:pathLst>
            </a:custGeom>
            <a:solidFill>
              <a:srgbClr val="EE25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40489" y="1136138"/>
              <a:ext cx="2083965" cy="338737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868463" y="3718439"/>
              <a:ext cx="1341283" cy="944878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7839" y="3729632"/>
              <a:ext cx="3090740" cy="970547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79383" y="3775214"/>
              <a:ext cx="470184" cy="223554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65193" y="3793248"/>
              <a:ext cx="216103" cy="19278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98843" y="3774249"/>
              <a:ext cx="468743" cy="226202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384897" y="3768966"/>
              <a:ext cx="226440" cy="227879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637779" y="3862717"/>
              <a:ext cx="193497" cy="4951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851228" y="3787228"/>
              <a:ext cx="215391" cy="20505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080082" y="3773911"/>
              <a:ext cx="237248" cy="226059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407234" y="3774007"/>
              <a:ext cx="222834" cy="22524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645689" y="3774973"/>
              <a:ext cx="473557" cy="224998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463761" y="4594961"/>
              <a:ext cx="471932" cy="3490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77048" y="4718603"/>
              <a:ext cx="2993201" cy="61564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3273234" y="3727301"/>
              <a:ext cx="1094740" cy="1334770"/>
            </a:xfrm>
            <a:custGeom>
              <a:avLst/>
              <a:gdLst/>
              <a:ahLst/>
              <a:cxnLst/>
              <a:rect l="l" t="t" r="r" b="b"/>
              <a:pathLst>
                <a:path w="1094739" h="1334770">
                  <a:moveTo>
                    <a:pt x="0" y="1334261"/>
                  </a:moveTo>
                  <a:lnTo>
                    <a:pt x="1094647" y="1334261"/>
                  </a:lnTo>
                  <a:lnTo>
                    <a:pt x="1094647" y="0"/>
                  </a:lnTo>
                  <a:lnTo>
                    <a:pt x="0" y="0"/>
                  </a:lnTo>
                  <a:lnTo>
                    <a:pt x="0" y="1334261"/>
                  </a:lnTo>
                  <a:close/>
                </a:path>
              </a:pathLst>
            </a:custGeom>
            <a:ln w="38100">
              <a:solidFill>
                <a:srgbClr val="ED6C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273234" y="3727301"/>
              <a:ext cx="1094740" cy="1334770"/>
            </a:xfrm>
            <a:custGeom>
              <a:avLst/>
              <a:gdLst/>
              <a:ahLst/>
              <a:cxnLst/>
              <a:rect l="l" t="t" r="r" b="b"/>
              <a:pathLst>
                <a:path w="1094739" h="1334770">
                  <a:moveTo>
                    <a:pt x="1094647" y="0"/>
                  </a:moveTo>
                  <a:lnTo>
                    <a:pt x="0" y="0"/>
                  </a:lnTo>
                  <a:lnTo>
                    <a:pt x="0" y="1334261"/>
                  </a:lnTo>
                  <a:lnTo>
                    <a:pt x="1094647" y="1334261"/>
                  </a:lnTo>
                  <a:lnTo>
                    <a:pt x="10946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273234" y="3727265"/>
              <a:ext cx="1094740" cy="1334770"/>
            </a:xfrm>
            <a:custGeom>
              <a:avLst/>
              <a:gdLst/>
              <a:ahLst/>
              <a:cxnLst/>
              <a:rect l="l" t="t" r="r" b="b"/>
              <a:pathLst>
                <a:path w="1094739" h="1334770">
                  <a:moveTo>
                    <a:pt x="0" y="1334261"/>
                  </a:moveTo>
                  <a:lnTo>
                    <a:pt x="1094647" y="1334261"/>
                  </a:lnTo>
                  <a:lnTo>
                    <a:pt x="1094647" y="0"/>
                  </a:lnTo>
                  <a:lnTo>
                    <a:pt x="0" y="0"/>
                  </a:lnTo>
                  <a:lnTo>
                    <a:pt x="0" y="1334261"/>
                  </a:lnTo>
                  <a:close/>
                </a:path>
              </a:pathLst>
            </a:custGeom>
            <a:ln w="38100">
              <a:solidFill>
                <a:srgbClr val="ED6C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314999" y="4872128"/>
              <a:ext cx="119473" cy="11964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454818" y="4865932"/>
              <a:ext cx="395719" cy="131748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873868" y="4880623"/>
              <a:ext cx="93294" cy="10265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988701" y="4867389"/>
              <a:ext cx="105676" cy="127414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127512" y="4868388"/>
              <a:ext cx="198640" cy="125686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3154705" y="3087014"/>
              <a:ext cx="1254125" cy="445770"/>
            </a:xfrm>
            <a:custGeom>
              <a:avLst/>
              <a:gdLst/>
              <a:ahLst/>
              <a:cxnLst/>
              <a:rect l="l" t="t" r="r" b="b"/>
              <a:pathLst>
                <a:path w="1254125" h="445770">
                  <a:moveTo>
                    <a:pt x="1245019" y="0"/>
                  </a:moveTo>
                  <a:lnTo>
                    <a:pt x="1241793" y="0"/>
                  </a:lnTo>
                  <a:lnTo>
                    <a:pt x="8902" y="0"/>
                  </a:lnTo>
                  <a:lnTo>
                    <a:pt x="5816" y="1282"/>
                  </a:lnTo>
                  <a:lnTo>
                    <a:pt x="1270" y="5829"/>
                  </a:lnTo>
                  <a:lnTo>
                    <a:pt x="0" y="8915"/>
                  </a:lnTo>
                  <a:lnTo>
                    <a:pt x="0" y="436791"/>
                  </a:lnTo>
                  <a:lnTo>
                    <a:pt x="1270" y="439877"/>
                  </a:lnTo>
                  <a:lnTo>
                    <a:pt x="5816" y="444423"/>
                  </a:lnTo>
                  <a:lnTo>
                    <a:pt x="8902" y="445706"/>
                  </a:lnTo>
                  <a:lnTo>
                    <a:pt x="1245019" y="445706"/>
                  </a:lnTo>
                  <a:lnTo>
                    <a:pt x="1248092" y="444423"/>
                  </a:lnTo>
                  <a:lnTo>
                    <a:pt x="1252651" y="439877"/>
                  </a:lnTo>
                  <a:lnTo>
                    <a:pt x="1253921" y="436791"/>
                  </a:lnTo>
                  <a:lnTo>
                    <a:pt x="1253921" y="8915"/>
                  </a:lnTo>
                  <a:lnTo>
                    <a:pt x="1252651" y="5829"/>
                  </a:lnTo>
                  <a:lnTo>
                    <a:pt x="1248092" y="1282"/>
                  </a:lnTo>
                  <a:lnTo>
                    <a:pt x="1245019" y="0"/>
                  </a:lnTo>
                  <a:close/>
                </a:path>
              </a:pathLst>
            </a:custGeom>
            <a:solidFill>
              <a:srgbClr val="ED6C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4038879" y="3051626"/>
              <a:ext cx="397446" cy="517009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4037190" y="3051619"/>
              <a:ext cx="389255" cy="508634"/>
            </a:xfrm>
            <a:custGeom>
              <a:avLst/>
              <a:gdLst/>
              <a:ahLst/>
              <a:cxnLst/>
              <a:rect l="l" t="t" r="r" b="b"/>
              <a:pathLst>
                <a:path w="389254" h="508635">
                  <a:moveTo>
                    <a:pt x="80060" y="0"/>
                  </a:moveTo>
                  <a:lnTo>
                    <a:pt x="0" y="454075"/>
                  </a:lnTo>
                  <a:lnTo>
                    <a:pt x="308889" y="508546"/>
                  </a:lnTo>
                  <a:lnTo>
                    <a:pt x="388962" y="54470"/>
                  </a:lnTo>
                  <a:lnTo>
                    <a:pt x="80060" y="0"/>
                  </a:lnTo>
                  <a:close/>
                </a:path>
              </a:pathLst>
            </a:custGeom>
            <a:ln w="4048">
              <a:solidFill>
                <a:srgbClr val="24181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877500" y="3332289"/>
              <a:ext cx="368947" cy="270205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369542" y="3042321"/>
              <a:ext cx="2994895" cy="599784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135835" y="3448850"/>
              <a:ext cx="165836" cy="163194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341918" y="3451466"/>
              <a:ext cx="161950" cy="16272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529344" y="3449129"/>
              <a:ext cx="139585" cy="16370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707424" y="3446335"/>
              <a:ext cx="180035" cy="170383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06568" y="4863463"/>
              <a:ext cx="3044771" cy="217789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3515740" y="2588145"/>
              <a:ext cx="834898" cy="361911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3333115" y="3829176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23787" y="642137"/>
                  </a:moveTo>
                  <a:lnTo>
                    <a:pt x="0" y="642137"/>
                  </a:lnTo>
                  <a:lnTo>
                    <a:pt x="0" y="666267"/>
                  </a:lnTo>
                  <a:lnTo>
                    <a:pt x="23787" y="666267"/>
                  </a:lnTo>
                  <a:lnTo>
                    <a:pt x="23787" y="642137"/>
                  </a:lnTo>
                  <a:close/>
                </a:path>
                <a:path w="975360" h="975360">
                  <a:moveTo>
                    <a:pt x="23787" y="499897"/>
                  </a:moveTo>
                  <a:lnTo>
                    <a:pt x="0" y="499897"/>
                  </a:lnTo>
                  <a:lnTo>
                    <a:pt x="0" y="524027"/>
                  </a:lnTo>
                  <a:lnTo>
                    <a:pt x="23787" y="524027"/>
                  </a:lnTo>
                  <a:lnTo>
                    <a:pt x="23787" y="499897"/>
                  </a:lnTo>
                  <a:close/>
                </a:path>
                <a:path w="975360" h="975360">
                  <a:moveTo>
                    <a:pt x="23787" y="452907"/>
                  </a:moveTo>
                  <a:lnTo>
                    <a:pt x="0" y="452907"/>
                  </a:lnTo>
                  <a:lnTo>
                    <a:pt x="0" y="475767"/>
                  </a:lnTo>
                  <a:lnTo>
                    <a:pt x="23787" y="475767"/>
                  </a:lnTo>
                  <a:lnTo>
                    <a:pt x="23787" y="452907"/>
                  </a:lnTo>
                  <a:close/>
                </a:path>
                <a:path w="975360" h="975360">
                  <a:moveTo>
                    <a:pt x="23787" y="309118"/>
                  </a:moveTo>
                  <a:lnTo>
                    <a:pt x="0" y="309118"/>
                  </a:lnTo>
                  <a:lnTo>
                    <a:pt x="0" y="332892"/>
                  </a:lnTo>
                  <a:lnTo>
                    <a:pt x="23787" y="332892"/>
                  </a:lnTo>
                  <a:lnTo>
                    <a:pt x="23787" y="309118"/>
                  </a:lnTo>
                  <a:close/>
                </a:path>
                <a:path w="975360" h="975360">
                  <a:moveTo>
                    <a:pt x="23787" y="261556"/>
                  </a:moveTo>
                  <a:lnTo>
                    <a:pt x="0" y="261556"/>
                  </a:lnTo>
                  <a:lnTo>
                    <a:pt x="0" y="285330"/>
                  </a:lnTo>
                  <a:lnTo>
                    <a:pt x="23787" y="285330"/>
                  </a:lnTo>
                  <a:lnTo>
                    <a:pt x="23787" y="261556"/>
                  </a:lnTo>
                  <a:close/>
                </a:path>
                <a:path w="975360" h="975360">
                  <a:moveTo>
                    <a:pt x="47561" y="571017"/>
                  </a:moveTo>
                  <a:lnTo>
                    <a:pt x="23787" y="571017"/>
                  </a:lnTo>
                  <a:lnTo>
                    <a:pt x="23787" y="546887"/>
                  </a:lnTo>
                  <a:lnTo>
                    <a:pt x="0" y="546887"/>
                  </a:lnTo>
                  <a:lnTo>
                    <a:pt x="0" y="619277"/>
                  </a:lnTo>
                  <a:lnTo>
                    <a:pt x="23787" y="619277"/>
                  </a:lnTo>
                  <a:lnTo>
                    <a:pt x="23787" y="642137"/>
                  </a:lnTo>
                  <a:lnTo>
                    <a:pt x="47561" y="642137"/>
                  </a:lnTo>
                  <a:lnTo>
                    <a:pt x="47561" y="571017"/>
                  </a:lnTo>
                  <a:close/>
                </a:path>
                <a:path w="975360" h="975360">
                  <a:moveTo>
                    <a:pt x="47561" y="285330"/>
                  </a:moveTo>
                  <a:lnTo>
                    <a:pt x="23787" y="285330"/>
                  </a:lnTo>
                  <a:lnTo>
                    <a:pt x="23787" y="309118"/>
                  </a:lnTo>
                  <a:lnTo>
                    <a:pt x="47561" y="309118"/>
                  </a:lnTo>
                  <a:lnTo>
                    <a:pt x="47561" y="285330"/>
                  </a:lnTo>
                  <a:close/>
                </a:path>
                <a:path w="975360" h="975360">
                  <a:moveTo>
                    <a:pt x="71335" y="524027"/>
                  </a:moveTo>
                  <a:lnTo>
                    <a:pt x="23787" y="524027"/>
                  </a:lnTo>
                  <a:lnTo>
                    <a:pt x="23787" y="546887"/>
                  </a:lnTo>
                  <a:lnTo>
                    <a:pt x="71335" y="546887"/>
                  </a:lnTo>
                  <a:lnTo>
                    <a:pt x="71335" y="524027"/>
                  </a:lnTo>
                  <a:close/>
                </a:path>
                <a:path w="975360" h="975360">
                  <a:moveTo>
                    <a:pt x="118884" y="546887"/>
                  </a:moveTo>
                  <a:lnTo>
                    <a:pt x="71335" y="546887"/>
                  </a:lnTo>
                  <a:lnTo>
                    <a:pt x="71335" y="570661"/>
                  </a:lnTo>
                  <a:lnTo>
                    <a:pt x="118884" y="570661"/>
                  </a:lnTo>
                  <a:lnTo>
                    <a:pt x="118884" y="546887"/>
                  </a:lnTo>
                  <a:close/>
                </a:path>
                <a:path w="975360" h="975360">
                  <a:moveTo>
                    <a:pt x="118884" y="47561"/>
                  </a:moveTo>
                  <a:lnTo>
                    <a:pt x="47561" y="47561"/>
                  </a:lnTo>
                  <a:lnTo>
                    <a:pt x="47561" y="118897"/>
                  </a:lnTo>
                  <a:lnTo>
                    <a:pt x="118884" y="118897"/>
                  </a:lnTo>
                  <a:lnTo>
                    <a:pt x="118884" y="47561"/>
                  </a:lnTo>
                  <a:close/>
                </a:path>
                <a:path w="975360" h="975360">
                  <a:moveTo>
                    <a:pt x="118897" y="714527"/>
                  </a:moveTo>
                  <a:lnTo>
                    <a:pt x="71335" y="714527"/>
                  </a:lnTo>
                  <a:lnTo>
                    <a:pt x="71335" y="666267"/>
                  </a:lnTo>
                  <a:lnTo>
                    <a:pt x="23787" y="666267"/>
                  </a:lnTo>
                  <a:lnTo>
                    <a:pt x="23787" y="690397"/>
                  </a:lnTo>
                  <a:lnTo>
                    <a:pt x="0" y="690397"/>
                  </a:lnTo>
                  <a:lnTo>
                    <a:pt x="0" y="785647"/>
                  </a:lnTo>
                  <a:lnTo>
                    <a:pt x="47561" y="785647"/>
                  </a:lnTo>
                  <a:lnTo>
                    <a:pt x="47561" y="737387"/>
                  </a:lnTo>
                  <a:lnTo>
                    <a:pt x="71335" y="737387"/>
                  </a:lnTo>
                  <a:lnTo>
                    <a:pt x="71335" y="785647"/>
                  </a:lnTo>
                  <a:lnTo>
                    <a:pt x="95110" y="785647"/>
                  </a:lnTo>
                  <a:lnTo>
                    <a:pt x="95110" y="761517"/>
                  </a:lnTo>
                  <a:lnTo>
                    <a:pt x="118897" y="761517"/>
                  </a:lnTo>
                  <a:lnTo>
                    <a:pt x="118897" y="737387"/>
                  </a:lnTo>
                  <a:lnTo>
                    <a:pt x="118897" y="714527"/>
                  </a:lnTo>
                  <a:close/>
                </a:path>
                <a:path w="975360" h="975360">
                  <a:moveTo>
                    <a:pt x="118897" y="380517"/>
                  </a:moveTo>
                  <a:lnTo>
                    <a:pt x="95110" y="380517"/>
                  </a:lnTo>
                  <a:lnTo>
                    <a:pt x="95110" y="404647"/>
                  </a:lnTo>
                  <a:lnTo>
                    <a:pt x="118897" y="404647"/>
                  </a:lnTo>
                  <a:lnTo>
                    <a:pt x="118897" y="380517"/>
                  </a:lnTo>
                  <a:close/>
                </a:path>
                <a:path w="975360" h="975360">
                  <a:moveTo>
                    <a:pt x="142671" y="451777"/>
                  </a:moveTo>
                  <a:lnTo>
                    <a:pt x="118897" y="451777"/>
                  </a:lnTo>
                  <a:lnTo>
                    <a:pt x="118897" y="475551"/>
                  </a:lnTo>
                  <a:lnTo>
                    <a:pt x="142671" y="475551"/>
                  </a:lnTo>
                  <a:lnTo>
                    <a:pt x="142671" y="451777"/>
                  </a:lnTo>
                  <a:close/>
                </a:path>
                <a:path w="975360" h="975360">
                  <a:moveTo>
                    <a:pt x="166433" y="23774"/>
                  </a:moveTo>
                  <a:lnTo>
                    <a:pt x="142671" y="23774"/>
                  </a:lnTo>
                  <a:lnTo>
                    <a:pt x="142671" y="142671"/>
                  </a:lnTo>
                  <a:lnTo>
                    <a:pt x="166433" y="142671"/>
                  </a:lnTo>
                  <a:lnTo>
                    <a:pt x="166433" y="23774"/>
                  </a:lnTo>
                  <a:close/>
                </a:path>
                <a:path w="975360" h="975360">
                  <a:moveTo>
                    <a:pt x="166433" y="635"/>
                  </a:moveTo>
                  <a:lnTo>
                    <a:pt x="0" y="635"/>
                  </a:lnTo>
                  <a:lnTo>
                    <a:pt x="0" y="23495"/>
                  </a:lnTo>
                  <a:lnTo>
                    <a:pt x="0" y="142875"/>
                  </a:lnTo>
                  <a:lnTo>
                    <a:pt x="0" y="167005"/>
                  </a:lnTo>
                  <a:lnTo>
                    <a:pt x="166433" y="167005"/>
                  </a:lnTo>
                  <a:lnTo>
                    <a:pt x="166433" y="142875"/>
                  </a:lnTo>
                  <a:lnTo>
                    <a:pt x="23787" y="142875"/>
                  </a:lnTo>
                  <a:lnTo>
                    <a:pt x="23787" y="23495"/>
                  </a:lnTo>
                  <a:lnTo>
                    <a:pt x="166433" y="23495"/>
                  </a:lnTo>
                  <a:lnTo>
                    <a:pt x="166433" y="635"/>
                  </a:lnTo>
                  <a:close/>
                </a:path>
                <a:path w="975360" h="975360">
                  <a:moveTo>
                    <a:pt x="166446" y="666267"/>
                  </a:moveTo>
                  <a:lnTo>
                    <a:pt x="118897" y="666267"/>
                  </a:lnTo>
                  <a:lnTo>
                    <a:pt x="118897" y="714527"/>
                  </a:lnTo>
                  <a:lnTo>
                    <a:pt x="142671" y="714527"/>
                  </a:lnTo>
                  <a:lnTo>
                    <a:pt x="142671" y="690397"/>
                  </a:lnTo>
                  <a:lnTo>
                    <a:pt x="166446" y="690397"/>
                  </a:lnTo>
                  <a:lnTo>
                    <a:pt x="166446" y="666267"/>
                  </a:lnTo>
                  <a:close/>
                </a:path>
                <a:path w="975360" h="975360">
                  <a:moveTo>
                    <a:pt x="166446" y="380517"/>
                  </a:moveTo>
                  <a:lnTo>
                    <a:pt x="142671" y="380517"/>
                  </a:lnTo>
                  <a:lnTo>
                    <a:pt x="142671" y="404647"/>
                  </a:lnTo>
                  <a:lnTo>
                    <a:pt x="166446" y="404647"/>
                  </a:lnTo>
                  <a:lnTo>
                    <a:pt x="166446" y="380517"/>
                  </a:lnTo>
                  <a:close/>
                </a:path>
                <a:path w="975360" h="975360">
                  <a:moveTo>
                    <a:pt x="166446" y="190233"/>
                  </a:moveTo>
                  <a:lnTo>
                    <a:pt x="142671" y="190233"/>
                  </a:lnTo>
                  <a:lnTo>
                    <a:pt x="142671" y="214007"/>
                  </a:lnTo>
                  <a:lnTo>
                    <a:pt x="166446" y="214007"/>
                  </a:lnTo>
                  <a:lnTo>
                    <a:pt x="166446" y="190233"/>
                  </a:lnTo>
                  <a:close/>
                </a:path>
                <a:path w="975360" h="975360">
                  <a:moveTo>
                    <a:pt x="213995" y="499325"/>
                  </a:moveTo>
                  <a:lnTo>
                    <a:pt x="190220" y="499325"/>
                  </a:lnTo>
                  <a:lnTo>
                    <a:pt x="190220" y="523113"/>
                  </a:lnTo>
                  <a:lnTo>
                    <a:pt x="213995" y="523113"/>
                  </a:lnTo>
                  <a:lnTo>
                    <a:pt x="213995" y="499325"/>
                  </a:lnTo>
                  <a:close/>
                </a:path>
                <a:path w="975360" h="975360">
                  <a:moveTo>
                    <a:pt x="213995" y="0"/>
                  </a:moveTo>
                  <a:lnTo>
                    <a:pt x="190220" y="0"/>
                  </a:lnTo>
                  <a:lnTo>
                    <a:pt x="190220" y="23774"/>
                  </a:lnTo>
                  <a:lnTo>
                    <a:pt x="213995" y="23774"/>
                  </a:lnTo>
                  <a:lnTo>
                    <a:pt x="213995" y="0"/>
                  </a:lnTo>
                  <a:close/>
                </a:path>
                <a:path w="975360" h="975360">
                  <a:moveTo>
                    <a:pt x="237782" y="167157"/>
                  </a:moveTo>
                  <a:lnTo>
                    <a:pt x="213995" y="167157"/>
                  </a:lnTo>
                  <a:lnTo>
                    <a:pt x="213995" y="143027"/>
                  </a:lnTo>
                  <a:lnTo>
                    <a:pt x="190220" y="143027"/>
                  </a:lnTo>
                  <a:lnTo>
                    <a:pt x="190220" y="191287"/>
                  </a:lnTo>
                  <a:lnTo>
                    <a:pt x="237782" y="191287"/>
                  </a:lnTo>
                  <a:lnTo>
                    <a:pt x="237782" y="167157"/>
                  </a:lnTo>
                  <a:close/>
                </a:path>
                <a:path w="975360" h="975360">
                  <a:moveTo>
                    <a:pt x="261556" y="214147"/>
                  </a:moveTo>
                  <a:lnTo>
                    <a:pt x="237782" y="214147"/>
                  </a:lnTo>
                  <a:lnTo>
                    <a:pt x="237782" y="238277"/>
                  </a:lnTo>
                  <a:lnTo>
                    <a:pt x="261556" y="238277"/>
                  </a:lnTo>
                  <a:lnTo>
                    <a:pt x="261556" y="214147"/>
                  </a:lnTo>
                  <a:close/>
                </a:path>
                <a:path w="975360" h="975360">
                  <a:moveTo>
                    <a:pt x="261556" y="24917"/>
                  </a:moveTo>
                  <a:lnTo>
                    <a:pt x="237782" y="24917"/>
                  </a:lnTo>
                  <a:lnTo>
                    <a:pt x="237782" y="47777"/>
                  </a:lnTo>
                  <a:lnTo>
                    <a:pt x="261556" y="47777"/>
                  </a:lnTo>
                  <a:lnTo>
                    <a:pt x="261556" y="24917"/>
                  </a:lnTo>
                  <a:close/>
                </a:path>
                <a:path w="975360" h="975360">
                  <a:moveTo>
                    <a:pt x="285330" y="380517"/>
                  </a:moveTo>
                  <a:lnTo>
                    <a:pt x="237782" y="380517"/>
                  </a:lnTo>
                  <a:lnTo>
                    <a:pt x="237782" y="333527"/>
                  </a:lnTo>
                  <a:lnTo>
                    <a:pt x="237782" y="238277"/>
                  </a:lnTo>
                  <a:lnTo>
                    <a:pt x="95110" y="238277"/>
                  </a:lnTo>
                  <a:lnTo>
                    <a:pt x="95110" y="214147"/>
                  </a:lnTo>
                  <a:lnTo>
                    <a:pt x="118897" y="214147"/>
                  </a:lnTo>
                  <a:lnTo>
                    <a:pt x="118897" y="191287"/>
                  </a:lnTo>
                  <a:lnTo>
                    <a:pt x="71335" y="191287"/>
                  </a:lnTo>
                  <a:lnTo>
                    <a:pt x="71335" y="214147"/>
                  </a:lnTo>
                  <a:lnTo>
                    <a:pt x="47561" y="214147"/>
                  </a:lnTo>
                  <a:lnTo>
                    <a:pt x="47561" y="191287"/>
                  </a:lnTo>
                  <a:lnTo>
                    <a:pt x="0" y="191287"/>
                  </a:lnTo>
                  <a:lnTo>
                    <a:pt x="0" y="214147"/>
                  </a:lnTo>
                  <a:lnTo>
                    <a:pt x="23787" y="214147"/>
                  </a:lnTo>
                  <a:lnTo>
                    <a:pt x="23787" y="238277"/>
                  </a:lnTo>
                  <a:lnTo>
                    <a:pt x="47561" y="238277"/>
                  </a:lnTo>
                  <a:lnTo>
                    <a:pt x="47561" y="262407"/>
                  </a:lnTo>
                  <a:lnTo>
                    <a:pt x="190220" y="262407"/>
                  </a:lnTo>
                  <a:lnTo>
                    <a:pt x="190220" y="286537"/>
                  </a:lnTo>
                  <a:lnTo>
                    <a:pt x="213995" y="286537"/>
                  </a:lnTo>
                  <a:lnTo>
                    <a:pt x="213995" y="333527"/>
                  </a:lnTo>
                  <a:lnTo>
                    <a:pt x="190220" y="333527"/>
                  </a:lnTo>
                  <a:lnTo>
                    <a:pt x="190220" y="309397"/>
                  </a:lnTo>
                  <a:lnTo>
                    <a:pt x="166446" y="309397"/>
                  </a:lnTo>
                  <a:lnTo>
                    <a:pt x="166446" y="333527"/>
                  </a:lnTo>
                  <a:lnTo>
                    <a:pt x="142671" y="333527"/>
                  </a:lnTo>
                  <a:lnTo>
                    <a:pt x="142671" y="309397"/>
                  </a:lnTo>
                  <a:lnTo>
                    <a:pt x="166446" y="309397"/>
                  </a:lnTo>
                  <a:lnTo>
                    <a:pt x="166446" y="286537"/>
                  </a:lnTo>
                  <a:lnTo>
                    <a:pt x="71335" y="286537"/>
                  </a:lnTo>
                  <a:lnTo>
                    <a:pt x="71335" y="333527"/>
                  </a:lnTo>
                  <a:lnTo>
                    <a:pt x="95110" y="333527"/>
                  </a:lnTo>
                  <a:lnTo>
                    <a:pt x="95110" y="309397"/>
                  </a:lnTo>
                  <a:lnTo>
                    <a:pt x="118897" y="309397"/>
                  </a:lnTo>
                  <a:lnTo>
                    <a:pt x="118897" y="357657"/>
                  </a:lnTo>
                  <a:lnTo>
                    <a:pt x="166446" y="357657"/>
                  </a:lnTo>
                  <a:lnTo>
                    <a:pt x="166446" y="380517"/>
                  </a:lnTo>
                  <a:lnTo>
                    <a:pt x="213995" y="380517"/>
                  </a:lnTo>
                  <a:lnTo>
                    <a:pt x="213995" y="404228"/>
                  </a:lnTo>
                  <a:lnTo>
                    <a:pt x="190220" y="404228"/>
                  </a:lnTo>
                  <a:lnTo>
                    <a:pt x="190220" y="428002"/>
                  </a:lnTo>
                  <a:lnTo>
                    <a:pt x="142671" y="428002"/>
                  </a:lnTo>
                  <a:lnTo>
                    <a:pt x="142671" y="404647"/>
                  </a:lnTo>
                  <a:lnTo>
                    <a:pt x="118897" y="404647"/>
                  </a:lnTo>
                  <a:lnTo>
                    <a:pt x="118897" y="428002"/>
                  </a:lnTo>
                  <a:lnTo>
                    <a:pt x="95110" y="428002"/>
                  </a:lnTo>
                  <a:lnTo>
                    <a:pt x="95110" y="404647"/>
                  </a:lnTo>
                  <a:lnTo>
                    <a:pt x="71335" y="404647"/>
                  </a:lnTo>
                  <a:lnTo>
                    <a:pt x="71335" y="380517"/>
                  </a:lnTo>
                  <a:lnTo>
                    <a:pt x="47561" y="380517"/>
                  </a:lnTo>
                  <a:lnTo>
                    <a:pt x="47561" y="404647"/>
                  </a:lnTo>
                  <a:lnTo>
                    <a:pt x="23787" y="404647"/>
                  </a:lnTo>
                  <a:lnTo>
                    <a:pt x="23787" y="452907"/>
                  </a:lnTo>
                  <a:lnTo>
                    <a:pt x="47561" y="452907"/>
                  </a:lnTo>
                  <a:lnTo>
                    <a:pt x="47561" y="475767"/>
                  </a:lnTo>
                  <a:lnTo>
                    <a:pt x="23787" y="475767"/>
                  </a:lnTo>
                  <a:lnTo>
                    <a:pt x="23787" y="499897"/>
                  </a:lnTo>
                  <a:lnTo>
                    <a:pt x="71335" y="499897"/>
                  </a:lnTo>
                  <a:lnTo>
                    <a:pt x="71335" y="475767"/>
                  </a:lnTo>
                  <a:lnTo>
                    <a:pt x="95110" y="475767"/>
                  </a:lnTo>
                  <a:lnTo>
                    <a:pt x="95110" y="523113"/>
                  </a:lnTo>
                  <a:lnTo>
                    <a:pt x="118897" y="523113"/>
                  </a:lnTo>
                  <a:lnTo>
                    <a:pt x="118897" y="475551"/>
                  </a:lnTo>
                  <a:lnTo>
                    <a:pt x="95110" y="475551"/>
                  </a:lnTo>
                  <a:lnTo>
                    <a:pt x="95110" y="452907"/>
                  </a:lnTo>
                  <a:lnTo>
                    <a:pt x="71335" y="452907"/>
                  </a:lnTo>
                  <a:lnTo>
                    <a:pt x="71335" y="428777"/>
                  </a:lnTo>
                  <a:lnTo>
                    <a:pt x="95110" y="428777"/>
                  </a:lnTo>
                  <a:lnTo>
                    <a:pt x="95110" y="451777"/>
                  </a:lnTo>
                  <a:lnTo>
                    <a:pt x="118897" y="451777"/>
                  </a:lnTo>
                  <a:lnTo>
                    <a:pt x="118897" y="428777"/>
                  </a:lnTo>
                  <a:lnTo>
                    <a:pt x="142671" y="428777"/>
                  </a:lnTo>
                  <a:lnTo>
                    <a:pt x="142671" y="451777"/>
                  </a:lnTo>
                  <a:lnTo>
                    <a:pt x="166446" y="451777"/>
                  </a:lnTo>
                  <a:lnTo>
                    <a:pt x="166446" y="475551"/>
                  </a:lnTo>
                  <a:lnTo>
                    <a:pt x="142671" y="475551"/>
                  </a:lnTo>
                  <a:lnTo>
                    <a:pt x="142671" y="499325"/>
                  </a:lnTo>
                  <a:lnTo>
                    <a:pt x="190220" y="499325"/>
                  </a:lnTo>
                  <a:lnTo>
                    <a:pt x="190220" y="475551"/>
                  </a:lnTo>
                  <a:lnTo>
                    <a:pt x="213995" y="475551"/>
                  </a:lnTo>
                  <a:lnTo>
                    <a:pt x="213995" y="499325"/>
                  </a:lnTo>
                  <a:lnTo>
                    <a:pt x="237782" y="499325"/>
                  </a:lnTo>
                  <a:lnTo>
                    <a:pt x="237782" y="475551"/>
                  </a:lnTo>
                  <a:lnTo>
                    <a:pt x="261556" y="475551"/>
                  </a:lnTo>
                  <a:lnTo>
                    <a:pt x="261556" y="451777"/>
                  </a:lnTo>
                  <a:lnTo>
                    <a:pt x="237782" y="451777"/>
                  </a:lnTo>
                  <a:lnTo>
                    <a:pt x="237782" y="428002"/>
                  </a:lnTo>
                  <a:lnTo>
                    <a:pt x="213995" y="428002"/>
                  </a:lnTo>
                  <a:lnTo>
                    <a:pt x="213995" y="404647"/>
                  </a:lnTo>
                  <a:lnTo>
                    <a:pt x="285330" y="404647"/>
                  </a:lnTo>
                  <a:lnTo>
                    <a:pt x="285330" y="380517"/>
                  </a:lnTo>
                  <a:close/>
                </a:path>
                <a:path w="975360" h="975360">
                  <a:moveTo>
                    <a:pt x="309105" y="570661"/>
                  </a:moveTo>
                  <a:lnTo>
                    <a:pt x="285330" y="570661"/>
                  </a:lnTo>
                  <a:lnTo>
                    <a:pt x="285330" y="594436"/>
                  </a:lnTo>
                  <a:lnTo>
                    <a:pt x="309105" y="594436"/>
                  </a:lnTo>
                  <a:lnTo>
                    <a:pt x="309105" y="570661"/>
                  </a:lnTo>
                  <a:close/>
                </a:path>
                <a:path w="975360" h="975360">
                  <a:moveTo>
                    <a:pt x="309105" y="404647"/>
                  </a:moveTo>
                  <a:lnTo>
                    <a:pt x="285330" y="404647"/>
                  </a:lnTo>
                  <a:lnTo>
                    <a:pt x="285330" y="428002"/>
                  </a:lnTo>
                  <a:lnTo>
                    <a:pt x="261556" y="428002"/>
                  </a:lnTo>
                  <a:lnTo>
                    <a:pt x="261556" y="451777"/>
                  </a:lnTo>
                  <a:lnTo>
                    <a:pt x="285330" y="451777"/>
                  </a:lnTo>
                  <a:lnTo>
                    <a:pt x="285330" y="428777"/>
                  </a:lnTo>
                  <a:lnTo>
                    <a:pt x="309105" y="428777"/>
                  </a:lnTo>
                  <a:lnTo>
                    <a:pt x="309105" y="404647"/>
                  </a:lnTo>
                  <a:close/>
                </a:path>
                <a:path w="975360" h="975360">
                  <a:moveTo>
                    <a:pt x="309105" y="357657"/>
                  </a:moveTo>
                  <a:lnTo>
                    <a:pt x="285330" y="357657"/>
                  </a:lnTo>
                  <a:lnTo>
                    <a:pt x="285330" y="380517"/>
                  </a:lnTo>
                  <a:lnTo>
                    <a:pt x="309105" y="380517"/>
                  </a:lnTo>
                  <a:lnTo>
                    <a:pt x="309105" y="357657"/>
                  </a:lnTo>
                  <a:close/>
                </a:path>
                <a:path w="975360" h="975360">
                  <a:moveTo>
                    <a:pt x="309105" y="309397"/>
                  </a:moveTo>
                  <a:lnTo>
                    <a:pt x="285330" y="309397"/>
                  </a:lnTo>
                  <a:lnTo>
                    <a:pt x="285330" y="333527"/>
                  </a:lnTo>
                  <a:lnTo>
                    <a:pt x="309105" y="333527"/>
                  </a:lnTo>
                  <a:lnTo>
                    <a:pt x="309105" y="309397"/>
                  </a:lnTo>
                  <a:close/>
                </a:path>
                <a:path w="975360" h="975360">
                  <a:moveTo>
                    <a:pt x="332892" y="952017"/>
                  </a:moveTo>
                  <a:lnTo>
                    <a:pt x="285330" y="952017"/>
                  </a:lnTo>
                  <a:lnTo>
                    <a:pt x="285330" y="974877"/>
                  </a:lnTo>
                  <a:lnTo>
                    <a:pt x="332892" y="974877"/>
                  </a:lnTo>
                  <a:lnTo>
                    <a:pt x="332892" y="952017"/>
                  </a:lnTo>
                  <a:close/>
                </a:path>
                <a:path w="975360" h="975360">
                  <a:moveTo>
                    <a:pt x="332892" y="713320"/>
                  </a:moveTo>
                  <a:lnTo>
                    <a:pt x="309105" y="713320"/>
                  </a:lnTo>
                  <a:lnTo>
                    <a:pt x="309105" y="714527"/>
                  </a:lnTo>
                  <a:lnTo>
                    <a:pt x="309105" y="737108"/>
                  </a:lnTo>
                  <a:lnTo>
                    <a:pt x="285330" y="737108"/>
                  </a:lnTo>
                  <a:lnTo>
                    <a:pt x="285330" y="714527"/>
                  </a:lnTo>
                  <a:lnTo>
                    <a:pt x="309105" y="714527"/>
                  </a:lnTo>
                  <a:lnTo>
                    <a:pt x="309105" y="713320"/>
                  </a:lnTo>
                  <a:lnTo>
                    <a:pt x="309105" y="690397"/>
                  </a:lnTo>
                  <a:lnTo>
                    <a:pt x="285330" y="690397"/>
                  </a:lnTo>
                  <a:lnTo>
                    <a:pt x="285330" y="666267"/>
                  </a:lnTo>
                  <a:lnTo>
                    <a:pt x="261556" y="666267"/>
                  </a:lnTo>
                  <a:lnTo>
                    <a:pt x="261556" y="690397"/>
                  </a:lnTo>
                  <a:lnTo>
                    <a:pt x="237782" y="690397"/>
                  </a:lnTo>
                  <a:lnTo>
                    <a:pt x="237782" y="666267"/>
                  </a:lnTo>
                  <a:lnTo>
                    <a:pt x="261556" y="666267"/>
                  </a:lnTo>
                  <a:lnTo>
                    <a:pt x="261556" y="642137"/>
                  </a:lnTo>
                  <a:lnTo>
                    <a:pt x="237782" y="642137"/>
                  </a:lnTo>
                  <a:lnTo>
                    <a:pt x="237782" y="619277"/>
                  </a:lnTo>
                  <a:lnTo>
                    <a:pt x="213995" y="619277"/>
                  </a:lnTo>
                  <a:lnTo>
                    <a:pt x="213995" y="642137"/>
                  </a:lnTo>
                  <a:lnTo>
                    <a:pt x="190220" y="642137"/>
                  </a:lnTo>
                  <a:lnTo>
                    <a:pt x="190220" y="595147"/>
                  </a:lnTo>
                  <a:lnTo>
                    <a:pt x="261556" y="595147"/>
                  </a:lnTo>
                  <a:lnTo>
                    <a:pt x="261556" y="618223"/>
                  </a:lnTo>
                  <a:lnTo>
                    <a:pt x="285330" y="618223"/>
                  </a:lnTo>
                  <a:lnTo>
                    <a:pt x="285330" y="594436"/>
                  </a:lnTo>
                  <a:lnTo>
                    <a:pt x="261556" y="594436"/>
                  </a:lnTo>
                  <a:lnTo>
                    <a:pt x="261556" y="571017"/>
                  </a:lnTo>
                  <a:lnTo>
                    <a:pt x="213995" y="571017"/>
                  </a:lnTo>
                  <a:lnTo>
                    <a:pt x="213995" y="546887"/>
                  </a:lnTo>
                  <a:lnTo>
                    <a:pt x="190220" y="546887"/>
                  </a:lnTo>
                  <a:lnTo>
                    <a:pt x="190220" y="524027"/>
                  </a:lnTo>
                  <a:lnTo>
                    <a:pt x="118897" y="524027"/>
                  </a:lnTo>
                  <a:lnTo>
                    <a:pt x="118897" y="546887"/>
                  </a:lnTo>
                  <a:lnTo>
                    <a:pt x="166446" y="546887"/>
                  </a:lnTo>
                  <a:lnTo>
                    <a:pt x="166446" y="571017"/>
                  </a:lnTo>
                  <a:lnTo>
                    <a:pt x="118897" y="571017"/>
                  </a:lnTo>
                  <a:lnTo>
                    <a:pt x="118897" y="595147"/>
                  </a:lnTo>
                  <a:lnTo>
                    <a:pt x="166446" y="595147"/>
                  </a:lnTo>
                  <a:lnTo>
                    <a:pt x="166446" y="619277"/>
                  </a:lnTo>
                  <a:lnTo>
                    <a:pt x="95110" y="619277"/>
                  </a:lnTo>
                  <a:lnTo>
                    <a:pt x="95110" y="642137"/>
                  </a:lnTo>
                  <a:lnTo>
                    <a:pt x="166446" y="642137"/>
                  </a:lnTo>
                  <a:lnTo>
                    <a:pt x="166446" y="666267"/>
                  </a:lnTo>
                  <a:lnTo>
                    <a:pt x="190220" y="666267"/>
                  </a:lnTo>
                  <a:lnTo>
                    <a:pt x="190220" y="690397"/>
                  </a:lnTo>
                  <a:lnTo>
                    <a:pt x="213995" y="690397"/>
                  </a:lnTo>
                  <a:lnTo>
                    <a:pt x="213995" y="761517"/>
                  </a:lnTo>
                  <a:lnTo>
                    <a:pt x="190220" y="761517"/>
                  </a:lnTo>
                  <a:lnTo>
                    <a:pt x="190220" y="714527"/>
                  </a:lnTo>
                  <a:lnTo>
                    <a:pt x="142671" y="714527"/>
                  </a:lnTo>
                  <a:lnTo>
                    <a:pt x="142671" y="737387"/>
                  </a:lnTo>
                  <a:lnTo>
                    <a:pt x="166446" y="737387"/>
                  </a:lnTo>
                  <a:lnTo>
                    <a:pt x="166446" y="761517"/>
                  </a:lnTo>
                  <a:lnTo>
                    <a:pt x="142671" y="761517"/>
                  </a:lnTo>
                  <a:lnTo>
                    <a:pt x="142671" y="785647"/>
                  </a:lnTo>
                  <a:lnTo>
                    <a:pt x="190220" y="785647"/>
                  </a:lnTo>
                  <a:lnTo>
                    <a:pt x="190220" y="808507"/>
                  </a:lnTo>
                  <a:lnTo>
                    <a:pt x="213995" y="808507"/>
                  </a:lnTo>
                  <a:lnTo>
                    <a:pt x="213995" y="785647"/>
                  </a:lnTo>
                  <a:lnTo>
                    <a:pt x="261556" y="785647"/>
                  </a:lnTo>
                  <a:lnTo>
                    <a:pt x="261556" y="761517"/>
                  </a:lnTo>
                  <a:lnTo>
                    <a:pt x="237782" y="761517"/>
                  </a:lnTo>
                  <a:lnTo>
                    <a:pt x="237782" y="714527"/>
                  </a:lnTo>
                  <a:lnTo>
                    <a:pt x="261556" y="714527"/>
                  </a:lnTo>
                  <a:lnTo>
                    <a:pt x="261556" y="737387"/>
                  </a:lnTo>
                  <a:lnTo>
                    <a:pt x="285330" y="737387"/>
                  </a:lnTo>
                  <a:lnTo>
                    <a:pt x="285330" y="760882"/>
                  </a:lnTo>
                  <a:lnTo>
                    <a:pt x="332892" y="760882"/>
                  </a:lnTo>
                  <a:lnTo>
                    <a:pt x="332892" y="713320"/>
                  </a:lnTo>
                  <a:close/>
                </a:path>
                <a:path w="975360" h="975360">
                  <a:moveTo>
                    <a:pt x="332892" y="380517"/>
                  </a:moveTo>
                  <a:lnTo>
                    <a:pt x="309105" y="380517"/>
                  </a:lnTo>
                  <a:lnTo>
                    <a:pt x="309105" y="404647"/>
                  </a:lnTo>
                  <a:lnTo>
                    <a:pt x="332892" y="404647"/>
                  </a:lnTo>
                  <a:lnTo>
                    <a:pt x="332892" y="380517"/>
                  </a:lnTo>
                  <a:close/>
                </a:path>
                <a:path w="975360" h="975360">
                  <a:moveTo>
                    <a:pt x="356666" y="191287"/>
                  </a:moveTo>
                  <a:lnTo>
                    <a:pt x="332892" y="191287"/>
                  </a:lnTo>
                  <a:lnTo>
                    <a:pt x="332892" y="167157"/>
                  </a:lnTo>
                  <a:lnTo>
                    <a:pt x="309105" y="167157"/>
                  </a:lnTo>
                  <a:lnTo>
                    <a:pt x="309105" y="143027"/>
                  </a:lnTo>
                  <a:lnTo>
                    <a:pt x="309105" y="118897"/>
                  </a:lnTo>
                  <a:lnTo>
                    <a:pt x="332892" y="118897"/>
                  </a:lnTo>
                  <a:lnTo>
                    <a:pt x="332892" y="96037"/>
                  </a:lnTo>
                  <a:lnTo>
                    <a:pt x="285330" y="96037"/>
                  </a:lnTo>
                  <a:lnTo>
                    <a:pt x="285330" y="71907"/>
                  </a:lnTo>
                  <a:lnTo>
                    <a:pt x="237782" y="71907"/>
                  </a:lnTo>
                  <a:lnTo>
                    <a:pt x="237782" y="47777"/>
                  </a:lnTo>
                  <a:lnTo>
                    <a:pt x="213995" y="47777"/>
                  </a:lnTo>
                  <a:lnTo>
                    <a:pt x="213995" y="96037"/>
                  </a:lnTo>
                  <a:lnTo>
                    <a:pt x="237782" y="96037"/>
                  </a:lnTo>
                  <a:lnTo>
                    <a:pt x="237782" y="167157"/>
                  </a:lnTo>
                  <a:lnTo>
                    <a:pt x="261556" y="167157"/>
                  </a:lnTo>
                  <a:lnTo>
                    <a:pt x="261556" y="143027"/>
                  </a:lnTo>
                  <a:lnTo>
                    <a:pt x="285330" y="143027"/>
                  </a:lnTo>
                  <a:lnTo>
                    <a:pt x="285330" y="167157"/>
                  </a:lnTo>
                  <a:lnTo>
                    <a:pt x="261556" y="167157"/>
                  </a:lnTo>
                  <a:lnTo>
                    <a:pt x="261556" y="191287"/>
                  </a:lnTo>
                  <a:lnTo>
                    <a:pt x="285330" y="191287"/>
                  </a:lnTo>
                  <a:lnTo>
                    <a:pt x="285330" y="262407"/>
                  </a:lnTo>
                  <a:lnTo>
                    <a:pt x="261556" y="262407"/>
                  </a:lnTo>
                  <a:lnTo>
                    <a:pt x="261556" y="309397"/>
                  </a:lnTo>
                  <a:lnTo>
                    <a:pt x="285330" y="309397"/>
                  </a:lnTo>
                  <a:lnTo>
                    <a:pt x="285330" y="286537"/>
                  </a:lnTo>
                  <a:lnTo>
                    <a:pt x="309105" y="286537"/>
                  </a:lnTo>
                  <a:lnTo>
                    <a:pt x="309105" y="309397"/>
                  </a:lnTo>
                  <a:lnTo>
                    <a:pt x="332892" y="309397"/>
                  </a:lnTo>
                  <a:lnTo>
                    <a:pt x="332892" y="286537"/>
                  </a:lnTo>
                  <a:lnTo>
                    <a:pt x="332892" y="214147"/>
                  </a:lnTo>
                  <a:lnTo>
                    <a:pt x="356666" y="214147"/>
                  </a:lnTo>
                  <a:lnTo>
                    <a:pt x="356666" y="191287"/>
                  </a:lnTo>
                  <a:close/>
                </a:path>
                <a:path w="975360" h="975360">
                  <a:moveTo>
                    <a:pt x="380441" y="546887"/>
                  </a:moveTo>
                  <a:lnTo>
                    <a:pt x="332892" y="546887"/>
                  </a:lnTo>
                  <a:lnTo>
                    <a:pt x="332892" y="570661"/>
                  </a:lnTo>
                  <a:lnTo>
                    <a:pt x="380441" y="570661"/>
                  </a:lnTo>
                  <a:lnTo>
                    <a:pt x="380441" y="546887"/>
                  </a:lnTo>
                  <a:close/>
                </a:path>
                <a:path w="975360" h="975360">
                  <a:moveTo>
                    <a:pt x="380441" y="333527"/>
                  </a:moveTo>
                  <a:lnTo>
                    <a:pt x="356666" y="333527"/>
                  </a:lnTo>
                  <a:lnTo>
                    <a:pt x="356666" y="309397"/>
                  </a:lnTo>
                  <a:lnTo>
                    <a:pt x="332892" y="309397"/>
                  </a:lnTo>
                  <a:lnTo>
                    <a:pt x="332892" y="357657"/>
                  </a:lnTo>
                  <a:lnTo>
                    <a:pt x="380441" y="357657"/>
                  </a:lnTo>
                  <a:lnTo>
                    <a:pt x="380441" y="333527"/>
                  </a:lnTo>
                  <a:close/>
                </a:path>
                <a:path w="975360" h="975360">
                  <a:moveTo>
                    <a:pt x="380441" y="286537"/>
                  </a:moveTo>
                  <a:lnTo>
                    <a:pt x="356666" y="286537"/>
                  </a:lnTo>
                  <a:lnTo>
                    <a:pt x="356666" y="309397"/>
                  </a:lnTo>
                  <a:lnTo>
                    <a:pt x="380441" y="309397"/>
                  </a:lnTo>
                  <a:lnTo>
                    <a:pt x="380441" y="286537"/>
                  </a:lnTo>
                  <a:close/>
                </a:path>
                <a:path w="975360" h="975360">
                  <a:moveTo>
                    <a:pt x="380441" y="47777"/>
                  </a:moveTo>
                  <a:lnTo>
                    <a:pt x="356666" y="47777"/>
                  </a:lnTo>
                  <a:lnTo>
                    <a:pt x="356666" y="787"/>
                  </a:lnTo>
                  <a:lnTo>
                    <a:pt x="309105" y="787"/>
                  </a:lnTo>
                  <a:lnTo>
                    <a:pt x="309105" y="24917"/>
                  </a:lnTo>
                  <a:lnTo>
                    <a:pt x="285330" y="24917"/>
                  </a:lnTo>
                  <a:lnTo>
                    <a:pt x="285330" y="47777"/>
                  </a:lnTo>
                  <a:lnTo>
                    <a:pt x="309105" y="47777"/>
                  </a:lnTo>
                  <a:lnTo>
                    <a:pt x="309105" y="71907"/>
                  </a:lnTo>
                  <a:lnTo>
                    <a:pt x="332892" y="71907"/>
                  </a:lnTo>
                  <a:lnTo>
                    <a:pt x="332892" y="96037"/>
                  </a:lnTo>
                  <a:lnTo>
                    <a:pt x="356666" y="96037"/>
                  </a:lnTo>
                  <a:lnTo>
                    <a:pt x="356666" y="71907"/>
                  </a:lnTo>
                  <a:lnTo>
                    <a:pt x="380441" y="71907"/>
                  </a:lnTo>
                  <a:lnTo>
                    <a:pt x="380441" y="47777"/>
                  </a:lnTo>
                  <a:close/>
                </a:path>
                <a:path w="975360" h="975360">
                  <a:moveTo>
                    <a:pt x="404215" y="761517"/>
                  </a:moveTo>
                  <a:lnTo>
                    <a:pt x="332892" y="761517"/>
                  </a:lnTo>
                  <a:lnTo>
                    <a:pt x="332892" y="856767"/>
                  </a:lnTo>
                  <a:lnTo>
                    <a:pt x="309105" y="856767"/>
                  </a:lnTo>
                  <a:lnTo>
                    <a:pt x="309105" y="832637"/>
                  </a:lnTo>
                  <a:lnTo>
                    <a:pt x="285330" y="832637"/>
                  </a:lnTo>
                  <a:lnTo>
                    <a:pt x="285330" y="785647"/>
                  </a:lnTo>
                  <a:lnTo>
                    <a:pt x="261556" y="785647"/>
                  </a:lnTo>
                  <a:lnTo>
                    <a:pt x="261556" y="808507"/>
                  </a:lnTo>
                  <a:lnTo>
                    <a:pt x="261556" y="832637"/>
                  </a:lnTo>
                  <a:lnTo>
                    <a:pt x="261556" y="855992"/>
                  </a:lnTo>
                  <a:lnTo>
                    <a:pt x="237782" y="855992"/>
                  </a:lnTo>
                  <a:lnTo>
                    <a:pt x="237782" y="832637"/>
                  </a:lnTo>
                  <a:lnTo>
                    <a:pt x="261556" y="832637"/>
                  </a:lnTo>
                  <a:lnTo>
                    <a:pt x="261556" y="808507"/>
                  </a:lnTo>
                  <a:lnTo>
                    <a:pt x="213995" y="808507"/>
                  </a:lnTo>
                  <a:lnTo>
                    <a:pt x="213995" y="856767"/>
                  </a:lnTo>
                  <a:lnTo>
                    <a:pt x="237782" y="856767"/>
                  </a:lnTo>
                  <a:lnTo>
                    <a:pt x="237782" y="879767"/>
                  </a:lnTo>
                  <a:lnTo>
                    <a:pt x="261556" y="879767"/>
                  </a:lnTo>
                  <a:lnTo>
                    <a:pt x="261556" y="856767"/>
                  </a:lnTo>
                  <a:lnTo>
                    <a:pt x="285330" y="856767"/>
                  </a:lnTo>
                  <a:lnTo>
                    <a:pt x="285330" y="880897"/>
                  </a:lnTo>
                  <a:lnTo>
                    <a:pt x="309105" y="880897"/>
                  </a:lnTo>
                  <a:lnTo>
                    <a:pt x="309105" y="903757"/>
                  </a:lnTo>
                  <a:lnTo>
                    <a:pt x="237782" y="903757"/>
                  </a:lnTo>
                  <a:lnTo>
                    <a:pt x="237782" y="880897"/>
                  </a:lnTo>
                  <a:lnTo>
                    <a:pt x="213995" y="880897"/>
                  </a:lnTo>
                  <a:lnTo>
                    <a:pt x="213995" y="856767"/>
                  </a:lnTo>
                  <a:lnTo>
                    <a:pt x="190220" y="856767"/>
                  </a:lnTo>
                  <a:lnTo>
                    <a:pt x="190220" y="903757"/>
                  </a:lnTo>
                  <a:lnTo>
                    <a:pt x="213995" y="903757"/>
                  </a:lnTo>
                  <a:lnTo>
                    <a:pt x="213995" y="927887"/>
                  </a:lnTo>
                  <a:lnTo>
                    <a:pt x="190220" y="927887"/>
                  </a:lnTo>
                  <a:lnTo>
                    <a:pt x="190220" y="974877"/>
                  </a:lnTo>
                  <a:lnTo>
                    <a:pt x="261556" y="974877"/>
                  </a:lnTo>
                  <a:lnTo>
                    <a:pt x="261556" y="952017"/>
                  </a:lnTo>
                  <a:lnTo>
                    <a:pt x="237782" y="952017"/>
                  </a:lnTo>
                  <a:lnTo>
                    <a:pt x="237782" y="927887"/>
                  </a:lnTo>
                  <a:lnTo>
                    <a:pt x="261556" y="927887"/>
                  </a:lnTo>
                  <a:lnTo>
                    <a:pt x="261556" y="952017"/>
                  </a:lnTo>
                  <a:lnTo>
                    <a:pt x="285330" y="952017"/>
                  </a:lnTo>
                  <a:lnTo>
                    <a:pt x="285330" y="927887"/>
                  </a:lnTo>
                  <a:lnTo>
                    <a:pt x="332892" y="927887"/>
                  </a:lnTo>
                  <a:lnTo>
                    <a:pt x="332892" y="952017"/>
                  </a:lnTo>
                  <a:lnTo>
                    <a:pt x="380441" y="952017"/>
                  </a:lnTo>
                  <a:lnTo>
                    <a:pt x="380441" y="927887"/>
                  </a:lnTo>
                  <a:lnTo>
                    <a:pt x="356666" y="927887"/>
                  </a:lnTo>
                  <a:lnTo>
                    <a:pt x="356666" y="903757"/>
                  </a:lnTo>
                  <a:lnTo>
                    <a:pt x="332892" y="903757"/>
                  </a:lnTo>
                  <a:lnTo>
                    <a:pt x="332892" y="880897"/>
                  </a:lnTo>
                  <a:lnTo>
                    <a:pt x="356666" y="880897"/>
                  </a:lnTo>
                  <a:lnTo>
                    <a:pt x="356666" y="856767"/>
                  </a:lnTo>
                  <a:lnTo>
                    <a:pt x="380441" y="856767"/>
                  </a:lnTo>
                  <a:lnTo>
                    <a:pt x="380441" y="808507"/>
                  </a:lnTo>
                  <a:lnTo>
                    <a:pt x="356666" y="808507"/>
                  </a:lnTo>
                  <a:lnTo>
                    <a:pt x="356666" y="785647"/>
                  </a:lnTo>
                  <a:lnTo>
                    <a:pt x="404215" y="785647"/>
                  </a:lnTo>
                  <a:lnTo>
                    <a:pt x="404215" y="761517"/>
                  </a:lnTo>
                  <a:close/>
                </a:path>
                <a:path w="975360" h="975360">
                  <a:moveTo>
                    <a:pt x="404215" y="238277"/>
                  </a:moveTo>
                  <a:lnTo>
                    <a:pt x="380441" y="238277"/>
                  </a:lnTo>
                  <a:lnTo>
                    <a:pt x="380441" y="214147"/>
                  </a:lnTo>
                  <a:lnTo>
                    <a:pt x="356666" y="214147"/>
                  </a:lnTo>
                  <a:lnTo>
                    <a:pt x="356666" y="262407"/>
                  </a:lnTo>
                  <a:lnTo>
                    <a:pt x="404215" y="262407"/>
                  </a:lnTo>
                  <a:lnTo>
                    <a:pt x="404215" y="238277"/>
                  </a:lnTo>
                  <a:close/>
                </a:path>
                <a:path w="975360" h="975360">
                  <a:moveTo>
                    <a:pt x="428002" y="118897"/>
                  </a:moveTo>
                  <a:lnTo>
                    <a:pt x="404215" y="118897"/>
                  </a:lnTo>
                  <a:lnTo>
                    <a:pt x="404215" y="71907"/>
                  </a:lnTo>
                  <a:lnTo>
                    <a:pt x="380441" y="71907"/>
                  </a:lnTo>
                  <a:lnTo>
                    <a:pt x="380441" y="96037"/>
                  </a:lnTo>
                  <a:lnTo>
                    <a:pt x="356666" y="96037"/>
                  </a:lnTo>
                  <a:lnTo>
                    <a:pt x="356666" y="118897"/>
                  </a:lnTo>
                  <a:lnTo>
                    <a:pt x="332892" y="118897"/>
                  </a:lnTo>
                  <a:lnTo>
                    <a:pt x="332892" y="167157"/>
                  </a:lnTo>
                  <a:lnTo>
                    <a:pt x="356666" y="167157"/>
                  </a:lnTo>
                  <a:lnTo>
                    <a:pt x="356666" y="143027"/>
                  </a:lnTo>
                  <a:lnTo>
                    <a:pt x="380441" y="143027"/>
                  </a:lnTo>
                  <a:lnTo>
                    <a:pt x="380441" y="167157"/>
                  </a:lnTo>
                  <a:lnTo>
                    <a:pt x="356666" y="167157"/>
                  </a:lnTo>
                  <a:lnTo>
                    <a:pt x="356666" y="191287"/>
                  </a:lnTo>
                  <a:lnTo>
                    <a:pt x="404215" y="191287"/>
                  </a:lnTo>
                  <a:lnTo>
                    <a:pt x="404215" y="143027"/>
                  </a:lnTo>
                  <a:lnTo>
                    <a:pt x="428002" y="143027"/>
                  </a:lnTo>
                  <a:lnTo>
                    <a:pt x="428002" y="118897"/>
                  </a:lnTo>
                  <a:close/>
                </a:path>
                <a:path w="975360" h="975360">
                  <a:moveTo>
                    <a:pt x="428002" y="787"/>
                  </a:moveTo>
                  <a:lnTo>
                    <a:pt x="404215" y="787"/>
                  </a:lnTo>
                  <a:lnTo>
                    <a:pt x="404215" y="24917"/>
                  </a:lnTo>
                  <a:lnTo>
                    <a:pt x="428002" y="24917"/>
                  </a:lnTo>
                  <a:lnTo>
                    <a:pt x="428002" y="787"/>
                  </a:lnTo>
                  <a:close/>
                </a:path>
                <a:path w="975360" h="975360">
                  <a:moveTo>
                    <a:pt x="451777" y="737387"/>
                  </a:moveTo>
                  <a:lnTo>
                    <a:pt x="428002" y="737387"/>
                  </a:lnTo>
                  <a:lnTo>
                    <a:pt x="428002" y="761517"/>
                  </a:lnTo>
                  <a:lnTo>
                    <a:pt x="451777" y="761517"/>
                  </a:lnTo>
                  <a:lnTo>
                    <a:pt x="451777" y="737387"/>
                  </a:lnTo>
                  <a:close/>
                </a:path>
                <a:path w="975360" h="975360">
                  <a:moveTo>
                    <a:pt x="451777" y="357657"/>
                  </a:moveTo>
                  <a:lnTo>
                    <a:pt x="428002" y="357657"/>
                  </a:lnTo>
                  <a:lnTo>
                    <a:pt x="428002" y="380517"/>
                  </a:lnTo>
                  <a:lnTo>
                    <a:pt x="451777" y="380517"/>
                  </a:lnTo>
                  <a:lnTo>
                    <a:pt x="451777" y="357657"/>
                  </a:lnTo>
                  <a:close/>
                </a:path>
                <a:path w="975360" h="975360">
                  <a:moveTo>
                    <a:pt x="451777" y="143027"/>
                  </a:moveTo>
                  <a:lnTo>
                    <a:pt x="428002" y="143027"/>
                  </a:lnTo>
                  <a:lnTo>
                    <a:pt x="428002" y="167157"/>
                  </a:lnTo>
                  <a:lnTo>
                    <a:pt x="451777" y="167157"/>
                  </a:lnTo>
                  <a:lnTo>
                    <a:pt x="451777" y="143027"/>
                  </a:lnTo>
                  <a:close/>
                </a:path>
                <a:path w="975360" h="975360">
                  <a:moveTo>
                    <a:pt x="451777" y="71907"/>
                  </a:moveTo>
                  <a:lnTo>
                    <a:pt x="428002" y="71907"/>
                  </a:lnTo>
                  <a:lnTo>
                    <a:pt x="428002" y="96037"/>
                  </a:lnTo>
                  <a:lnTo>
                    <a:pt x="451777" y="96037"/>
                  </a:lnTo>
                  <a:lnTo>
                    <a:pt x="451777" y="71907"/>
                  </a:lnTo>
                  <a:close/>
                </a:path>
                <a:path w="975360" h="975360">
                  <a:moveTo>
                    <a:pt x="475551" y="714527"/>
                  </a:moveTo>
                  <a:lnTo>
                    <a:pt x="451777" y="714527"/>
                  </a:lnTo>
                  <a:lnTo>
                    <a:pt x="451777" y="737387"/>
                  </a:lnTo>
                  <a:lnTo>
                    <a:pt x="475551" y="737387"/>
                  </a:lnTo>
                  <a:lnTo>
                    <a:pt x="475551" y="714527"/>
                  </a:lnTo>
                  <a:close/>
                </a:path>
                <a:path w="975360" h="975360">
                  <a:moveTo>
                    <a:pt x="475551" y="214147"/>
                  </a:moveTo>
                  <a:lnTo>
                    <a:pt x="404215" y="214147"/>
                  </a:lnTo>
                  <a:lnTo>
                    <a:pt x="404215" y="238277"/>
                  </a:lnTo>
                  <a:lnTo>
                    <a:pt x="475551" y="238277"/>
                  </a:lnTo>
                  <a:lnTo>
                    <a:pt x="475551" y="214147"/>
                  </a:lnTo>
                  <a:close/>
                </a:path>
                <a:path w="975360" h="975360">
                  <a:moveTo>
                    <a:pt x="475551" y="118897"/>
                  </a:moveTo>
                  <a:lnTo>
                    <a:pt x="451777" y="118897"/>
                  </a:lnTo>
                  <a:lnTo>
                    <a:pt x="451777" y="143027"/>
                  </a:lnTo>
                  <a:lnTo>
                    <a:pt x="475551" y="143027"/>
                  </a:lnTo>
                  <a:lnTo>
                    <a:pt x="475551" y="118897"/>
                  </a:lnTo>
                  <a:close/>
                </a:path>
                <a:path w="975360" h="975360">
                  <a:moveTo>
                    <a:pt x="499325" y="952017"/>
                  </a:moveTo>
                  <a:lnTo>
                    <a:pt x="475551" y="952017"/>
                  </a:lnTo>
                  <a:lnTo>
                    <a:pt x="475551" y="880897"/>
                  </a:lnTo>
                  <a:lnTo>
                    <a:pt x="451777" y="880897"/>
                  </a:lnTo>
                  <a:lnTo>
                    <a:pt x="451777" y="903757"/>
                  </a:lnTo>
                  <a:lnTo>
                    <a:pt x="428002" y="903757"/>
                  </a:lnTo>
                  <a:lnTo>
                    <a:pt x="428002" y="927887"/>
                  </a:lnTo>
                  <a:lnTo>
                    <a:pt x="451777" y="927887"/>
                  </a:lnTo>
                  <a:lnTo>
                    <a:pt x="451777" y="974877"/>
                  </a:lnTo>
                  <a:lnTo>
                    <a:pt x="499325" y="974877"/>
                  </a:lnTo>
                  <a:lnTo>
                    <a:pt x="499325" y="952017"/>
                  </a:lnTo>
                  <a:close/>
                </a:path>
                <a:path w="975360" h="975360">
                  <a:moveTo>
                    <a:pt x="499325" y="761517"/>
                  </a:moveTo>
                  <a:lnTo>
                    <a:pt x="451777" y="761517"/>
                  </a:lnTo>
                  <a:lnTo>
                    <a:pt x="451777" y="785647"/>
                  </a:lnTo>
                  <a:lnTo>
                    <a:pt x="428002" y="785647"/>
                  </a:lnTo>
                  <a:lnTo>
                    <a:pt x="428002" y="808507"/>
                  </a:lnTo>
                  <a:lnTo>
                    <a:pt x="404215" y="808507"/>
                  </a:lnTo>
                  <a:lnTo>
                    <a:pt x="404215" y="856767"/>
                  </a:lnTo>
                  <a:lnTo>
                    <a:pt x="380441" y="856767"/>
                  </a:lnTo>
                  <a:lnTo>
                    <a:pt x="380441" y="927887"/>
                  </a:lnTo>
                  <a:lnTo>
                    <a:pt x="404215" y="927887"/>
                  </a:lnTo>
                  <a:lnTo>
                    <a:pt x="404215" y="903757"/>
                  </a:lnTo>
                  <a:lnTo>
                    <a:pt x="428002" y="903757"/>
                  </a:lnTo>
                  <a:lnTo>
                    <a:pt x="428002" y="880897"/>
                  </a:lnTo>
                  <a:lnTo>
                    <a:pt x="451777" y="880897"/>
                  </a:lnTo>
                  <a:lnTo>
                    <a:pt x="451777" y="856767"/>
                  </a:lnTo>
                  <a:lnTo>
                    <a:pt x="428002" y="856767"/>
                  </a:lnTo>
                  <a:lnTo>
                    <a:pt x="428002" y="832637"/>
                  </a:lnTo>
                  <a:lnTo>
                    <a:pt x="451777" y="832637"/>
                  </a:lnTo>
                  <a:lnTo>
                    <a:pt x="451777" y="808507"/>
                  </a:lnTo>
                  <a:lnTo>
                    <a:pt x="475551" y="808507"/>
                  </a:lnTo>
                  <a:lnTo>
                    <a:pt x="475551" y="785647"/>
                  </a:lnTo>
                  <a:lnTo>
                    <a:pt x="499325" y="785647"/>
                  </a:lnTo>
                  <a:lnTo>
                    <a:pt x="499325" y="761517"/>
                  </a:lnTo>
                  <a:close/>
                </a:path>
                <a:path w="975360" h="975360">
                  <a:moveTo>
                    <a:pt x="499325" y="619277"/>
                  </a:moveTo>
                  <a:lnTo>
                    <a:pt x="451777" y="619277"/>
                  </a:lnTo>
                  <a:lnTo>
                    <a:pt x="451777" y="642137"/>
                  </a:lnTo>
                  <a:lnTo>
                    <a:pt x="499325" y="642137"/>
                  </a:lnTo>
                  <a:lnTo>
                    <a:pt x="499325" y="619277"/>
                  </a:lnTo>
                  <a:close/>
                </a:path>
                <a:path w="975360" h="975360">
                  <a:moveTo>
                    <a:pt x="499325" y="143027"/>
                  </a:moveTo>
                  <a:lnTo>
                    <a:pt x="475551" y="143027"/>
                  </a:lnTo>
                  <a:lnTo>
                    <a:pt x="475551" y="167157"/>
                  </a:lnTo>
                  <a:lnTo>
                    <a:pt x="499325" y="167157"/>
                  </a:lnTo>
                  <a:lnTo>
                    <a:pt x="499325" y="143027"/>
                  </a:lnTo>
                  <a:close/>
                </a:path>
                <a:path w="975360" h="975360">
                  <a:moveTo>
                    <a:pt x="499325" y="787"/>
                  </a:moveTo>
                  <a:lnTo>
                    <a:pt x="475551" y="787"/>
                  </a:lnTo>
                  <a:lnTo>
                    <a:pt x="475551" y="24917"/>
                  </a:lnTo>
                  <a:lnTo>
                    <a:pt x="499325" y="24917"/>
                  </a:lnTo>
                  <a:lnTo>
                    <a:pt x="499325" y="787"/>
                  </a:lnTo>
                  <a:close/>
                </a:path>
                <a:path w="975360" h="975360">
                  <a:moveTo>
                    <a:pt x="523100" y="856767"/>
                  </a:moveTo>
                  <a:lnTo>
                    <a:pt x="499325" y="856767"/>
                  </a:lnTo>
                  <a:lnTo>
                    <a:pt x="499325" y="832637"/>
                  </a:lnTo>
                  <a:lnTo>
                    <a:pt x="451777" y="832637"/>
                  </a:lnTo>
                  <a:lnTo>
                    <a:pt x="451777" y="856767"/>
                  </a:lnTo>
                  <a:lnTo>
                    <a:pt x="475551" y="856767"/>
                  </a:lnTo>
                  <a:lnTo>
                    <a:pt x="475551" y="880897"/>
                  </a:lnTo>
                  <a:lnTo>
                    <a:pt x="523100" y="880897"/>
                  </a:lnTo>
                  <a:lnTo>
                    <a:pt x="523100" y="856767"/>
                  </a:lnTo>
                  <a:close/>
                </a:path>
                <a:path w="975360" h="975360">
                  <a:moveTo>
                    <a:pt x="523100" y="785647"/>
                  </a:moveTo>
                  <a:lnTo>
                    <a:pt x="499325" y="785647"/>
                  </a:lnTo>
                  <a:lnTo>
                    <a:pt x="499325" y="832637"/>
                  </a:lnTo>
                  <a:lnTo>
                    <a:pt x="523100" y="832637"/>
                  </a:lnTo>
                  <a:lnTo>
                    <a:pt x="523100" y="785647"/>
                  </a:lnTo>
                  <a:close/>
                </a:path>
                <a:path w="975360" h="975360">
                  <a:moveTo>
                    <a:pt x="523100" y="571017"/>
                  </a:moveTo>
                  <a:lnTo>
                    <a:pt x="499325" y="571017"/>
                  </a:lnTo>
                  <a:lnTo>
                    <a:pt x="499325" y="595147"/>
                  </a:lnTo>
                  <a:lnTo>
                    <a:pt x="523100" y="595147"/>
                  </a:lnTo>
                  <a:lnTo>
                    <a:pt x="523100" y="571017"/>
                  </a:lnTo>
                  <a:close/>
                </a:path>
                <a:path w="975360" h="975360">
                  <a:moveTo>
                    <a:pt x="523100" y="286537"/>
                  </a:moveTo>
                  <a:lnTo>
                    <a:pt x="499325" y="286537"/>
                  </a:lnTo>
                  <a:lnTo>
                    <a:pt x="499325" y="309397"/>
                  </a:lnTo>
                  <a:lnTo>
                    <a:pt x="523100" y="309397"/>
                  </a:lnTo>
                  <a:lnTo>
                    <a:pt x="523100" y="286537"/>
                  </a:lnTo>
                  <a:close/>
                </a:path>
                <a:path w="975360" h="975360">
                  <a:moveTo>
                    <a:pt x="523100" y="96037"/>
                  </a:moveTo>
                  <a:lnTo>
                    <a:pt x="499325" y="96037"/>
                  </a:lnTo>
                  <a:lnTo>
                    <a:pt x="499325" y="118897"/>
                  </a:lnTo>
                  <a:lnTo>
                    <a:pt x="523100" y="118897"/>
                  </a:lnTo>
                  <a:lnTo>
                    <a:pt x="523100" y="96037"/>
                  </a:lnTo>
                  <a:close/>
                </a:path>
                <a:path w="975360" h="975360">
                  <a:moveTo>
                    <a:pt x="523100" y="47777"/>
                  </a:moveTo>
                  <a:lnTo>
                    <a:pt x="475551" y="47777"/>
                  </a:lnTo>
                  <a:lnTo>
                    <a:pt x="475551" y="24917"/>
                  </a:lnTo>
                  <a:lnTo>
                    <a:pt x="428002" y="24917"/>
                  </a:lnTo>
                  <a:lnTo>
                    <a:pt x="428002" y="47777"/>
                  </a:lnTo>
                  <a:lnTo>
                    <a:pt x="451777" y="47777"/>
                  </a:lnTo>
                  <a:lnTo>
                    <a:pt x="451777" y="71907"/>
                  </a:lnTo>
                  <a:lnTo>
                    <a:pt x="475551" y="71907"/>
                  </a:lnTo>
                  <a:lnTo>
                    <a:pt x="475551" y="96037"/>
                  </a:lnTo>
                  <a:lnTo>
                    <a:pt x="499325" y="96037"/>
                  </a:lnTo>
                  <a:lnTo>
                    <a:pt x="499325" y="71907"/>
                  </a:lnTo>
                  <a:lnTo>
                    <a:pt x="523100" y="71907"/>
                  </a:lnTo>
                  <a:lnTo>
                    <a:pt x="523100" y="47777"/>
                  </a:lnTo>
                  <a:close/>
                </a:path>
                <a:path w="975360" h="975360">
                  <a:moveTo>
                    <a:pt x="546887" y="903757"/>
                  </a:moveTo>
                  <a:lnTo>
                    <a:pt x="523100" y="903757"/>
                  </a:lnTo>
                  <a:lnTo>
                    <a:pt x="523100" y="927887"/>
                  </a:lnTo>
                  <a:lnTo>
                    <a:pt x="546887" y="927887"/>
                  </a:lnTo>
                  <a:lnTo>
                    <a:pt x="546887" y="903757"/>
                  </a:lnTo>
                  <a:close/>
                </a:path>
                <a:path w="975360" h="975360">
                  <a:moveTo>
                    <a:pt x="546887" y="737387"/>
                  </a:moveTo>
                  <a:lnTo>
                    <a:pt x="523100" y="737387"/>
                  </a:lnTo>
                  <a:lnTo>
                    <a:pt x="523100" y="761517"/>
                  </a:lnTo>
                  <a:lnTo>
                    <a:pt x="546887" y="761517"/>
                  </a:lnTo>
                  <a:lnTo>
                    <a:pt x="546887" y="737387"/>
                  </a:lnTo>
                  <a:close/>
                </a:path>
                <a:path w="975360" h="975360">
                  <a:moveTo>
                    <a:pt x="546887" y="143027"/>
                  </a:moveTo>
                  <a:lnTo>
                    <a:pt x="523100" y="143027"/>
                  </a:lnTo>
                  <a:lnTo>
                    <a:pt x="523100" y="191287"/>
                  </a:lnTo>
                  <a:lnTo>
                    <a:pt x="546887" y="191287"/>
                  </a:lnTo>
                  <a:lnTo>
                    <a:pt x="546887" y="143027"/>
                  </a:lnTo>
                  <a:close/>
                </a:path>
                <a:path w="975360" h="975360">
                  <a:moveTo>
                    <a:pt x="546887" y="24917"/>
                  </a:moveTo>
                  <a:lnTo>
                    <a:pt x="523100" y="24917"/>
                  </a:lnTo>
                  <a:lnTo>
                    <a:pt x="523100" y="47777"/>
                  </a:lnTo>
                  <a:lnTo>
                    <a:pt x="546887" y="47777"/>
                  </a:lnTo>
                  <a:lnTo>
                    <a:pt x="546887" y="24917"/>
                  </a:lnTo>
                  <a:close/>
                </a:path>
                <a:path w="975360" h="975360">
                  <a:moveTo>
                    <a:pt x="570661" y="880897"/>
                  </a:moveTo>
                  <a:lnTo>
                    <a:pt x="546887" y="880897"/>
                  </a:lnTo>
                  <a:lnTo>
                    <a:pt x="546887" y="903757"/>
                  </a:lnTo>
                  <a:lnTo>
                    <a:pt x="570661" y="903757"/>
                  </a:lnTo>
                  <a:lnTo>
                    <a:pt x="570661" y="880897"/>
                  </a:lnTo>
                  <a:close/>
                </a:path>
                <a:path w="975360" h="975360">
                  <a:moveTo>
                    <a:pt x="570661" y="666267"/>
                  </a:moveTo>
                  <a:lnTo>
                    <a:pt x="546887" y="666267"/>
                  </a:lnTo>
                  <a:lnTo>
                    <a:pt x="546887" y="642137"/>
                  </a:lnTo>
                  <a:lnTo>
                    <a:pt x="523100" y="642137"/>
                  </a:lnTo>
                  <a:lnTo>
                    <a:pt x="523100" y="666267"/>
                  </a:lnTo>
                  <a:lnTo>
                    <a:pt x="475551" y="666267"/>
                  </a:lnTo>
                  <a:lnTo>
                    <a:pt x="475551" y="690397"/>
                  </a:lnTo>
                  <a:lnTo>
                    <a:pt x="499325" y="690397"/>
                  </a:lnTo>
                  <a:lnTo>
                    <a:pt x="499325" y="714527"/>
                  </a:lnTo>
                  <a:lnTo>
                    <a:pt x="546887" y="714527"/>
                  </a:lnTo>
                  <a:lnTo>
                    <a:pt x="546887" y="737387"/>
                  </a:lnTo>
                  <a:lnTo>
                    <a:pt x="570661" y="737387"/>
                  </a:lnTo>
                  <a:lnTo>
                    <a:pt x="570661" y="666267"/>
                  </a:lnTo>
                  <a:close/>
                </a:path>
                <a:path w="975360" h="975360">
                  <a:moveTo>
                    <a:pt x="570661" y="428777"/>
                  </a:moveTo>
                  <a:lnTo>
                    <a:pt x="546887" y="428777"/>
                  </a:lnTo>
                  <a:lnTo>
                    <a:pt x="546887" y="357657"/>
                  </a:lnTo>
                  <a:lnTo>
                    <a:pt x="523100" y="357657"/>
                  </a:lnTo>
                  <a:lnTo>
                    <a:pt x="523100" y="404647"/>
                  </a:lnTo>
                  <a:lnTo>
                    <a:pt x="499325" y="404647"/>
                  </a:lnTo>
                  <a:lnTo>
                    <a:pt x="499325" y="357657"/>
                  </a:lnTo>
                  <a:lnTo>
                    <a:pt x="523100" y="357657"/>
                  </a:lnTo>
                  <a:lnTo>
                    <a:pt x="523100" y="333527"/>
                  </a:lnTo>
                  <a:lnTo>
                    <a:pt x="499325" y="333527"/>
                  </a:lnTo>
                  <a:lnTo>
                    <a:pt x="499325" y="309397"/>
                  </a:lnTo>
                  <a:lnTo>
                    <a:pt x="475551" y="309397"/>
                  </a:lnTo>
                  <a:lnTo>
                    <a:pt x="475551" y="262407"/>
                  </a:lnTo>
                  <a:lnTo>
                    <a:pt x="428002" y="262407"/>
                  </a:lnTo>
                  <a:lnTo>
                    <a:pt x="428002" y="286537"/>
                  </a:lnTo>
                  <a:lnTo>
                    <a:pt x="451777" y="286537"/>
                  </a:lnTo>
                  <a:lnTo>
                    <a:pt x="451777" y="309397"/>
                  </a:lnTo>
                  <a:lnTo>
                    <a:pt x="428002" y="309397"/>
                  </a:lnTo>
                  <a:lnTo>
                    <a:pt x="428002" y="286537"/>
                  </a:lnTo>
                  <a:lnTo>
                    <a:pt x="404215" y="286537"/>
                  </a:lnTo>
                  <a:lnTo>
                    <a:pt x="404215" y="333527"/>
                  </a:lnTo>
                  <a:lnTo>
                    <a:pt x="451777" y="333527"/>
                  </a:lnTo>
                  <a:lnTo>
                    <a:pt x="451777" y="357657"/>
                  </a:lnTo>
                  <a:lnTo>
                    <a:pt x="475551" y="357657"/>
                  </a:lnTo>
                  <a:lnTo>
                    <a:pt x="475551" y="404647"/>
                  </a:lnTo>
                  <a:lnTo>
                    <a:pt x="428002" y="404647"/>
                  </a:lnTo>
                  <a:lnTo>
                    <a:pt x="428002" y="380517"/>
                  </a:lnTo>
                  <a:lnTo>
                    <a:pt x="404215" y="380517"/>
                  </a:lnTo>
                  <a:lnTo>
                    <a:pt x="404215" y="404647"/>
                  </a:lnTo>
                  <a:lnTo>
                    <a:pt x="404215" y="428777"/>
                  </a:lnTo>
                  <a:lnTo>
                    <a:pt x="380441" y="428777"/>
                  </a:lnTo>
                  <a:lnTo>
                    <a:pt x="380441" y="404647"/>
                  </a:lnTo>
                  <a:lnTo>
                    <a:pt x="404215" y="404647"/>
                  </a:lnTo>
                  <a:lnTo>
                    <a:pt x="404215" y="380517"/>
                  </a:lnTo>
                  <a:lnTo>
                    <a:pt x="404215" y="357657"/>
                  </a:lnTo>
                  <a:lnTo>
                    <a:pt x="380441" y="357657"/>
                  </a:lnTo>
                  <a:lnTo>
                    <a:pt x="380441" y="380517"/>
                  </a:lnTo>
                  <a:lnTo>
                    <a:pt x="356666" y="380517"/>
                  </a:lnTo>
                  <a:lnTo>
                    <a:pt x="356666" y="428777"/>
                  </a:lnTo>
                  <a:lnTo>
                    <a:pt x="309105" y="428777"/>
                  </a:lnTo>
                  <a:lnTo>
                    <a:pt x="309105" y="475767"/>
                  </a:lnTo>
                  <a:lnTo>
                    <a:pt x="261556" y="475767"/>
                  </a:lnTo>
                  <a:lnTo>
                    <a:pt x="261556" y="499325"/>
                  </a:lnTo>
                  <a:lnTo>
                    <a:pt x="237782" y="499325"/>
                  </a:lnTo>
                  <a:lnTo>
                    <a:pt x="237782" y="546887"/>
                  </a:lnTo>
                  <a:lnTo>
                    <a:pt x="261556" y="546887"/>
                  </a:lnTo>
                  <a:lnTo>
                    <a:pt x="261556" y="499897"/>
                  </a:lnTo>
                  <a:lnTo>
                    <a:pt x="309105" y="499897"/>
                  </a:lnTo>
                  <a:lnTo>
                    <a:pt x="309105" y="523113"/>
                  </a:lnTo>
                  <a:lnTo>
                    <a:pt x="285330" y="523113"/>
                  </a:lnTo>
                  <a:lnTo>
                    <a:pt x="285330" y="546887"/>
                  </a:lnTo>
                  <a:lnTo>
                    <a:pt x="309105" y="546887"/>
                  </a:lnTo>
                  <a:lnTo>
                    <a:pt x="309105" y="524027"/>
                  </a:lnTo>
                  <a:lnTo>
                    <a:pt x="332892" y="524027"/>
                  </a:lnTo>
                  <a:lnTo>
                    <a:pt x="332892" y="452907"/>
                  </a:lnTo>
                  <a:lnTo>
                    <a:pt x="356666" y="452907"/>
                  </a:lnTo>
                  <a:lnTo>
                    <a:pt x="356666" y="499897"/>
                  </a:lnTo>
                  <a:lnTo>
                    <a:pt x="404215" y="499897"/>
                  </a:lnTo>
                  <a:lnTo>
                    <a:pt x="404215" y="452907"/>
                  </a:lnTo>
                  <a:lnTo>
                    <a:pt x="475551" y="452907"/>
                  </a:lnTo>
                  <a:lnTo>
                    <a:pt x="475551" y="475551"/>
                  </a:lnTo>
                  <a:lnTo>
                    <a:pt x="428002" y="475551"/>
                  </a:lnTo>
                  <a:lnTo>
                    <a:pt x="428002" y="499325"/>
                  </a:lnTo>
                  <a:lnTo>
                    <a:pt x="475551" y="499325"/>
                  </a:lnTo>
                  <a:lnTo>
                    <a:pt x="475551" y="475767"/>
                  </a:lnTo>
                  <a:lnTo>
                    <a:pt x="499325" y="475767"/>
                  </a:lnTo>
                  <a:lnTo>
                    <a:pt x="499325" y="452907"/>
                  </a:lnTo>
                  <a:lnTo>
                    <a:pt x="523100" y="452907"/>
                  </a:lnTo>
                  <a:lnTo>
                    <a:pt x="523100" y="475767"/>
                  </a:lnTo>
                  <a:lnTo>
                    <a:pt x="546887" y="475767"/>
                  </a:lnTo>
                  <a:lnTo>
                    <a:pt x="546887" y="452907"/>
                  </a:lnTo>
                  <a:lnTo>
                    <a:pt x="570661" y="452907"/>
                  </a:lnTo>
                  <a:lnTo>
                    <a:pt x="570661" y="428777"/>
                  </a:lnTo>
                  <a:close/>
                </a:path>
                <a:path w="975360" h="975360">
                  <a:moveTo>
                    <a:pt x="570661" y="309118"/>
                  </a:moveTo>
                  <a:lnTo>
                    <a:pt x="546887" y="309118"/>
                  </a:lnTo>
                  <a:lnTo>
                    <a:pt x="546887" y="332892"/>
                  </a:lnTo>
                  <a:lnTo>
                    <a:pt x="570661" y="332892"/>
                  </a:lnTo>
                  <a:lnTo>
                    <a:pt x="570661" y="309118"/>
                  </a:lnTo>
                  <a:close/>
                </a:path>
                <a:path w="975360" h="975360">
                  <a:moveTo>
                    <a:pt x="570661" y="47777"/>
                  </a:moveTo>
                  <a:lnTo>
                    <a:pt x="546887" y="47777"/>
                  </a:lnTo>
                  <a:lnTo>
                    <a:pt x="546887" y="96037"/>
                  </a:lnTo>
                  <a:lnTo>
                    <a:pt x="570661" y="96037"/>
                  </a:lnTo>
                  <a:lnTo>
                    <a:pt x="570661" y="47777"/>
                  </a:lnTo>
                  <a:close/>
                </a:path>
                <a:path w="975360" h="975360">
                  <a:moveTo>
                    <a:pt x="594436" y="785647"/>
                  </a:moveTo>
                  <a:lnTo>
                    <a:pt x="570661" y="785647"/>
                  </a:lnTo>
                  <a:lnTo>
                    <a:pt x="570661" y="761517"/>
                  </a:lnTo>
                  <a:lnTo>
                    <a:pt x="546887" y="761517"/>
                  </a:lnTo>
                  <a:lnTo>
                    <a:pt x="546887" y="856767"/>
                  </a:lnTo>
                  <a:lnTo>
                    <a:pt x="570661" y="856767"/>
                  </a:lnTo>
                  <a:lnTo>
                    <a:pt x="570661" y="880897"/>
                  </a:lnTo>
                  <a:lnTo>
                    <a:pt x="594436" y="880897"/>
                  </a:lnTo>
                  <a:lnTo>
                    <a:pt x="594436" y="785647"/>
                  </a:lnTo>
                  <a:close/>
                </a:path>
                <a:path w="975360" h="975360">
                  <a:moveTo>
                    <a:pt x="594436" y="285330"/>
                  </a:moveTo>
                  <a:lnTo>
                    <a:pt x="570661" y="285330"/>
                  </a:lnTo>
                  <a:lnTo>
                    <a:pt x="570661" y="309118"/>
                  </a:lnTo>
                  <a:lnTo>
                    <a:pt x="594436" y="309118"/>
                  </a:lnTo>
                  <a:lnTo>
                    <a:pt x="594436" y="285330"/>
                  </a:lnTo>
                  <a:close/>
                </a:path>
                <a:path w="975360" h="975360">
                  <a:moveTo>
                    <a:pt x="618210" y="880897"/>
                  </a:moveTo>
                  <a:lnTo>
                    <a:pt x="594436" y="880897"/>
                  </a:lnTo>
                  <a:lnTo>
                    <a:pt x="594436" y="903757"/>
                  </a:lnTo>
                  <a:lnTo>
                    <a:pt x="570661" y="903757"/>
                  </a:lnTo>
                  <a:lnTo>
                    <a:pt x="570661" y="927887"/>
                  </a:lnTo>
                  <a:lnTo>
                    <a:pt x="618210" y="927887"/>
                  </a:lnTo>
                  <a:lnTo>
                    <a:pt x="618210" y="880897"/>
                  </a:lnTo>
                  <a:close/>
                </a:path>
                <a:path w="975360" h="975360">
                  <a:moveTo>
                    <a:pt x="618210" y="428777"/>
                  </a:moveTo>
                  <a:lnTo>
                    <a:pt x="594436" y="428777"/>
                  </a:lnTo>
                  <a:lnTo>
                    <a:pt x="594436" y="452907"/>
                  </a:lnTo>
                  <a:lnTo>
                    <a:pt x="570661" y="452907"/>
                  </a:lnTo>
                  <a:lnTo>
                    <a:pt x="570661" y="475767"/>
                  </a:lnTo>
                  <a:lnTo>
                    <a:pt x="546887" y="475767"/>
                  </a:lnTo>
                  <a:lnTo>
                    <a:pt x="546887" y="524027"/>
                  </a:lnTo>
                  <a:lnTo>
                    <a:pt x="523100" y="524027"/>
                  </a:lnTo>
                  <a:lnTo>
                    <a:pt x="523100" y="475767"/>
                  </a:lnTo>
                  <a:lnTo>
                    <a:pt x="499325" y="475767"/>
                  </a:lnTo>
                  <a:lnTo>
                    <a:pt x="499325" y="524027"/>
                  </a:lnTo>
                  <a:lnTo>
                    <a:pt x="428002" y="524027"/>
                  </a:lnTo>
                  <a:lnTo>
                    <a:pt x="428002" y="499897"/>
                  </a:lnTo>
                  <a:lnTo>
                    <a:pt x="404215" y="499897"/>
                  </a:lnTo>
                  <a:lnTo>
                    <a:pt x="404215" y="571017"/>
                  </a:lnTo>
                  <a:lnTo>
                    <a:pt x="380441" y="571017"/>
                  </a:lnTo>
                  <a:lnTo>
                    <a:pt x="380441" y="595147"/>
                  </a:lnTo>
                  <a:lnTo>
                    <a:pt x="404215" y="595147"/>
                  </a:lnTo>
                  <a:lnTo>
                    <a:pt x="404215" y="666267"/>
                  </a:lnTo>
                  <a:lnTo>
                    <a:pt x="380441" y="666267"/>
                  </a:lnTo>
                  <a:lnTo>
                    <a:pt x="380441" y="595147"/>
                  </a:lnTo>
                  <a:lnTo>
                    <a:pt x="332892" y="595147"/>
                  </a:lnTo>
                  <a:lnTo>
                    <a:pt x="332892" y="642137"/>
                  </a:lnTo>
                  <a:lnTo>
                    <a:pt x="309105" y="642137"/>
                  </a:lnTo>
                  <a:lnTo>
                    <a:pt x="309105" y="666267"/>
                  </a:lnTo>
                  <a:lnTo>
                    <a:pt x="356666" y="666267"/>
                  </a:lnTo>
                  <a:lnTo>
                    <a:pt x="356666" y="690397"/>
                  </a:lnTo>
                  <a:lnTo>
                    <a:pt x="380441" y="690397"/>
                  </a:lnTo>
                  <a:lnTo>
                    <a:pt x="380441" y="713333"/>
                  </a:lnTo>
                  <a:lnTo>
                    <a:pt x="356666" y="713333"/>
                  </a:lnTo>
                  <a:lnTo>
                    <a:pt x="356666" y="737108"/>
                  </a:lnTo>
                  <a:lnTo>
                    <a:pt x="380441" y="737108"/>
                  </a:lnTo>
                  <a:lnTo>
                    <a:pt x="380441" y="714527"/>
                  </a:lnTo>
                  <a:lnTo>
                    <a:pt x="451777" y="714527"/>
                  </a:lnTo>
                  <a:lnTo>
                    <a:pt x="451777" y="690397"/>
                  </a:lnTo>
                  <a:lnTo>
                    <a:pt x="428002" y="690397"/>
                  </a:lnTo>
                  <a:lnTo>
                    <a:pt x="428002" y="666267"/>
                  </a:lnTo>
                  <a:lnTo>
                    <a:pt x="451777" y="666267"/>
                  </a:lnTo>
                  <a:lnTo>
                    <a:pt x="451777" y="642137"/>
                  </a:lnTo>
                  <a:lnTo>
                    <a:pt x="428002" y="642137"/>
                  </a:lnTo>
                  <a:lnTo>
                    <a:pt x="428002" y="546887"/>
                  </a:lnTo>
                  <a:lnTo>
                    <a:pt x="451777" y="546887"/>
                  </a:lnTo>
                  <a:lnTo>
                    <a:pt x="451777" y="571017"/>
                  </a:lnTo>
                  <a:lnTo>
                    <a:pt x="499325" y="571017"/>
                  </a:lnTo>
                  <a:lnTo>
                    <a:pt x="499325" y="546887"/>
                  </a:lnTo>
                  <a:lnTo>
                    <a:pt x="570661" y="546887"/>
                  </a:lnTo>
                  <a:lnTo>
                    <a:pt x="570661" y="524027"/>
                  </a:lnTo>
                  <a:lnTo>
                    <a:pt x="570661" y="499897"/>
                  </a:lnTo>
                  <a:lnTo>
                    <a:pt x="594436" y="499897"/>
                  </a:lnTo>
                  <a:lnTo>
                    <a:pt x="594436" y="475767"/>
                  </a:lnTo>
                  <a:lnTo>
                    <a:pt x="618210" y="475767"/>
                  </a:lnTo>
                  <a:lnTo>
                    <a:pt x="618210" y="428777"/>
                  </a:lnTo>
                  <a:close/>
                </a:path>
                <a:path w="975360" h="975360">
                  <a:moveTo>
                    <a:pt x="618210" y="380441"/>
                  </a:moveTo>
                  <a:lnTo>
                    <a:pt x="594436" y="380441"/>
                  </a:lnTo>
                  <a:lnTo>
                    <a:pt x="594436" y="356666"/>
                  </a:lnTo>
                  <a:lnTo>
                    <a:pt x="570661" y="356666"/>
                  </a:lnTo>
                  <a:lnTo>
                    <a:pt x="570661" y="428002"/>
                  </a:lnTo>
                  <a:lnTo>
                    <a:pt x="594436" y="428002"/>
                  </a:lnTo>
                  <a:lnTo>
                    <a:pt x="594436" y="404228"/>
                  </a:lnTo>
                  <a:lnTo>
                    <a:pt x="618210" y="404228"/>
                  </a:lnTo>
                  <a:lnTo>
                    <a:pt x="618210" y="380441"/>
                  </a:lnTo>
                  <a:close/>
                </a:path>
                <a:path w="975360" h="975360">
                  <a:moveTo>
                    <a:pt x="641997" y="832218"/>
                  </a:moveTo>
                  <a:lnTo>
                    <a:pt x="618210" y="832218"/>
                  </a:lnTo>
                  <a:lnTo>
                    <a:pt x="618210" y="855992"/>
                  </a:lnTo>
                  <a:lnTo>
                    <a:pt x="641997" y="855992"/>
                  </a:lnTo>
                  <a:lnTo>
                    <a:pt x="641997" y="832218"/>
                  </a:lnTo>
                  <a:close/>
                </a:path>
                <a:path w="975360" h="975360">
                  <a:moveTo>
                    <a:pt x="665772" y="903757"/>
                  </a:moveTo>
                  <a:lnTo>
                    <a:pt x="641997" y="903757"/>
                  </a:lnTo>
                  <a:lnTo>
                    <a:pt x="641997" y="927887"/>
                  </a:lnTo>
                  <a:lnTo>
                    <a:pt x="618210" y="927887"/>
                  </a:lnTo>
                  <a:lnTo>
                    <a:pt x="618210" y="952017"/>
                  </a:lnTo>
                  <a:lnTo>
                    <a:pt x="594436" y="952017"/>
                  </a:lnTo>
                  <a:lnTo>
                    <a:pt x="594436" y="974877"/>
                  </a:lnTo>
                  <a:lnTo>
                    <a:pt x="665772" y="974877"/>
                  </a:lnTo>
                  <a:lnTo>
                    <a:pt x="665772" y="903757"/>
                  </a:lnTo>
                  <a:close/>
                </a:path>
                <a:path w="975360" h="975360">
                  <a:moveTo>
                    <a:pt x="689546" y="595147"/>
                  </a:moveTo>
                  <a:lnTo>
                    <a:pt x="665772" y="595147"/>
                  </a:lnTo>
                  <a:lnTo>
                    <a:pt x="665772" y="571017"/>
                  </a:lnTo>
                  <a:lnTo>
                    <a:pt x="641997" y="571017"/>
                  </a:lnTo>
                  <a:lnTo>
                    <a:pt x="641997" y="595147"/>
                  </a:lnTo>
                  <a:lnTo>
                    <a:pt x="618210" y="595147"/>
                  </a:lnTo>
                  <a:lnTo>
                    <a:pt x="618210" y="619277"/>
                  </a:lnTo>
                  <a:lnTo>
                    <a:pt x="618210" y="665772"/>
                  </a:lnTo>
                  <a:lnTo>
                    <a:pt x="594436" y="665772"/>
                  </a:lnTo>
                  <a:lnTo>
                    <a:pt x="594436" y="619277"/>
                  </a:lnTo>
                  <a:lnTo>
                    <a:pt x="618210" y="619277"/>
                  </a:lnTo>
                  <a:lnTo>
                    <a:pt x="618210" y="595147"/>
                  </a:lnTo>
                  <a:lnTo>
                    <a:pt x="523100" y="595147"/>
                  </a:lnTo>
                  <a:lnTo>
                    <a:pt x="523100" y="619277"/>
                  </a:lnTo>
                  <a:lnTo>
                    <a:pt x="570661" y="619277"/>
                  </a:lnTo>
                  <a:lnTo>
                    <a:pt x="570661" y="666267"/>
                  </a:lnTo>
                  <a:lnTo>
                    <a:pt x="594436" y="666267"/>
                  </a:lnTo>
                  <a:lnTo>
                    <a:pt x="594436" y="689546"/>
                  </a:lnTo>
                  <a:lnTo>
                    <a:pt x="618210" y="689546"/>
                  </a:lnTo>
                  <a:lnTo>
                    <a:pt x="618210" y="666267"/>
                  </a:lnTo>
                  <a:lnTo>
                    <a:pt x="641997" y="666267"/>
                  </a:lnTo>
                  <a:lnTo>
                    <a:pt x="641997" y="642137"/>
                  </a:lnTo>
                  <a:lnTo>
                    <a:pt x="665772" y="642137"/>
                  </a:lnTo>
                  <a:lnTo>
                    <a:pt x="665772" y="619277"/>
                  </a:lnTo>
                  <a:lnTo>
                    <a:pt x="689546" y="619277"/>
                  </a:lnTo>
                  <a:lnTo>
                    <a:pt x="689546" y="595147"/>
                  </a:lnTo>
                  <a:close/>
                </a:path>
                <a:path w="975360" h="975360">
                  <a:moveTo>
                    <a:pt x="713320" y="880897"/>
                  </a:moveTo>
                  <a:lnTo>
                    <a:pt x="665772" y="880897"/>
                  </a:lnTo>
                  <a:lnTo>
                    <a:pt x="665772" y="903757"/>
                  </a:lnTo>
                  <a:lnTo>
                    <a:pt x="689546" y="903757"/>
                  </a:lnTo>
                  <a:lnTo>
                    <a:pt x="689546" y="927887"/>
                  </a:lnTo>
                  <a:lnTo>
                    <a:pt x="713320" y="927887"/>
                  </a:lnTo>
                  <a:lnTo>
                    <a:pt x="713320" y="880897"/>
                  </a:lnTo>
                  <a:close/>
                </a:path>
                <a:path w="975360" h="975360">
                  <a:moveTo>
                    <a:pt x="737095" y="666267"/>
                  </a:moveTo>
                  <a:lnTo>
                    <a:pt x="713320" y="666267"/>
                  </a:lnTo>
                  <a:lnTo>
                    <a:pt x="713320" y="690397"/>
                  </a:lnTo>
                  <a:lnTo>
                    <a:pt x="737095" y="690397"/>
                  </a:lnTo>
                  <a:lnTo>
                    <a:pt x="737095" y="666267"/>
                  </a:lnTo>
                  <a:close/>
                </a:path>
                <a:path w="975360" h="975360">
                  <a:moveTo>
                    <a:pt x="784656" y="546887"/>
                  </a:moveTo>
                  <a:lnTo>
                    <a:pt x="760882" y="546887"/>
                  </a:lnTo>
                  <a:lnTo>
                    <a:pt x="760882" y="594436"/>
                  </a:lnTo>
                  <a:lnTo>
                    <a:pt x="784656" y="594436"/>
                  </a:lnTo>
                  <a:lnTo>
                    <a:pt x="784656" y="546887"/>
                  </a:lnTo>
                  <a:close/>
                </a:path>
                <a:path w="975360" h="975360">
                  <a:moveTo>
                    <a:pt x="784656" y="309118"/>
                  </a:moveTo>
                  <a:lnTo>
                    <a:pt x="760882" y="309118"/>
                  </a:lnTo>
                  <a:lnTo>
                    <a:pt x="760882" y="332892"/>
                  </a:lnTo>
                  <a:lnTo>
                    <a:pt x="784656" y="332892"/>
                  </a:lnTo>
                  <a:lnTo>
                    <a:pt x="784656" y="309118"/>
                  </a:lnTo>
                  <a:close/>
                </a:path>
                <a:path w="975360" h="975360">
                  <a:moveTo>
                    <a:pt x="784656" y="24917"/>
                  </a:moveTo>
                  <a:lnTo>
                    <a:pt x="713320" y="24917"/>
                  </a:lnTo>
                  <a:lnTo>
                    <a:pt x="713320" y="47777"/>
                  </a:lnTo>
                  <a:lnTo>
                    <a:pt x="713320" y="71907"/>
                  </a:lnTo>
                  <a:lnTo>
                    <a:pt x="689546" y="71907"/>
                  </a:lnTo>
                  <a:lnTo>
                    <a:pt x="689546" y="47777"/>
                  </a:lnTo>
                  <a:lnTo>
                    <a:pt x="713320" y="47777"/>
                  </a:lnTo>
                  <a:lnTo>
                    <a:pt x="713320" y="24917"/>
                  </a:lnTo>
                  <a:lnTo>
                    <a:pt x="713320" y="787"/>
                  </a:lnTo>
                  <a:lnTo>
                    <a:pt x="689546" y="787"/>
                  </a:lnTo>
                  <a:lnTo>
                    <a:pt x="689546" y="24917"/>
                  </a:lnTo>
                  <a:lnTo>
                    <a:pt x="665772" y="24917"/>
                  </a:lnTo>
                  <a:lnTo>
                    <a:pt x="665772" y="47777"/>
                  </a:lnTo>
                  <a:lnTo>
                    <a:pt x="641997" y="47777"/>
                  </a:lnTo>
                  <a:lnTo>
                    <a:pt x="641997" y="787"/>
                  </a:lnTo>
                  <a:lnTo>
                    <a:pt x="594436" y="787"/>
                  </a:lnTo>
                  <a:lnTo>
                    <a:pt x="594436" y="96037"/>
                  </a:lnTo>
                  <a:lnTo>
                    <a:pt x="570661" y="96037"/>
                  </a:lnTo>
                  <a:lnTo>
                    <a:pt x="570661" y="118897"/>
                  </a:lnTo>
                  <a:lnTo>
                    <a:pt x="546887" y="118897"/>
                  </a:lnTo>
                  <a:lnTo>
                    <a:pt x="546887" y="143027"/>
                  </a:lnTo>
                  <a:lnTo>
                    <a:pt x="570661" y="143027"/>
                  </a:lnTo>
                  <a:lnTo>
                    <a:pt x="570661" y="167157"/>
                  </a:lnTo>
                  <a:lnTo>
                    <a:pt x="594436" y="167157"/>
                  </a:lnTo>
                  <a:lnTo>
                    <a:pt x="594436" y="118897"/>
                  </a:lnTo>
                  <a:lnTo>
                    <a:pt x="618210" y="118897"/>
                  </a:lnTo>
                  <a:lnTo>
                    <a:pt x="618210" y="167157"/>
                  </a:lnTo>
                  <a:lnTo>
                    <a:pt x="594436" y="167157"/>
                  </a:lnTo>
                  <a:lnTo>
                    <a:pt x="594436" y="191287"/>
                  </a:lnTo>
                  <a:lnTo>
                    <a:pt x="618210" y="191287"/>
                  </a:lnTo>
                  <a:lnTo>
                    <a:pt x="618210" y="214147"/>
                  </a:lnTo>
                  <a:lnTo>
                    <a:pt x="546887" y="214147"/>
                  </a:lnTo>
                  <a:lnTo>
                    <a:pt x="546887" y="238277"/>
                  </a:lnTo>
                  <a:lnTo>
                    <a:pt x="523100" y="238277"/>
                  </a:lnTo>
                  <a:lnTo>
                    <a:pt x="523100" y="214147"/>
                  </a:lnTo>
                  <a:lnTo>
                    <a:pt x="499325" y="214147"/>
                  </a:lnTo>
                  <a:lnTo>
                    <a:pt x="499325" y="262407"/>
                  </a:lnTo>
                  <a:lnTo>
                    <a:pt x="523100" y="262407"/>
                  </a:lnTo>
                  <a:lnTo>
                    <a:pt x="523100" y="286537"/>
                  </a:lnTo>
                  <a:lnTo>
                    <a:pt x="546887" y="286537"/>
                  </a:lnTo>
                  <a:lnTo>
                    <a:pt x="546887" y="262407"/>
                  </a:lnTo>
                  <a:lnTo>
                    <a:pt x="570661" y="262407"/>
                  </a:lnTo>
                  <a:lnTo>
                    <a:pt x="570661" y="238277"/>
                  </a:lnTo>
                  <a:lnTo>
                    <a:pt x="641997" y="238277"/>
                  </a:lnTo>
                  <a:lnTo>
                    <a:pt x="641997" y="262407"/>
                  </a:lnTo>
                  <a:lnTo>
                    <a:pt x="665772" y="262407"/>
                  </a:lnTo>
                  <a:lnTo>
                    <a:pt x="665772" y="167157"/>
                  </a:lnTo>
                  <a:lnTo>
                    <a:pt x="641997" y="167157"/>
                  </a:lnTo>
                  <a:lnTo>
                    <a:pt x="641997" y="96037"/>
                  </a:lnTo>
                  <a:lnTo>
                    <a:pt x="618210" y="96037"/>
                  </a:lnTo>
                  <a:lnTo>
                    <a:pt x="618210" y="71907"/>
                  </a:lnTo>
                  <a:lnTo>
                    <a:pt x="641997" y="71907"/>
                  </a:lnTo>
                  <a:lnTo>
                    <a:pt x="641997" y="96037"/>
                  </a:lnTo>
                  <a:lnTo>
                    <a:pt x="665772" y="96037"/>
                  </a:lnTo>
                  <a:lnTo>
                    <a:pt x="665772" y="118897"/>
                  </a:lnTo>
                  <a:lnTo>
                    <a:pt x="689546" y="118897"/>
                  </a:lnTo>
                  <a:lnTo>
                    <a:pt x="689546" y="142671"/>
                  </a:lnTo>
                  <a:lnTo>
                    <a:pt x="665772" y="142671"/>
                  </a:lnTo>
                  <a:lnTo>
                    <a:pt x="665772" y="166446"/>
                  </a:lnTo>
                  <a:lnTo>
                    <a:pt x="689546" y="166446"/>
                  </a:lnTo>
                  <a:lnTo>
                    <a:pt x="689546" y="143027"/>
                  </a:lnTo>
                  <a:lnTo>
                    <a:pt x="713320" y="143027"/>
                  </a:lnTo>
                  <a:lnTo>
                    <a:pt x="713320" y="191287"/>
                  </a:lnTo>
                  <a:lnTo>
                    <a:pt x="689546" y="191287"/>
                  </a:lnTo>
                  <a:lnTo>
                    <a:pt x="689546" y="214147"/>
                  </a:lnTo>
                  <a:lnTo>
                    <a:pt x="713320" y="214147"/>
                  </a:lnTo>
                  <a:lnTo>
                    <a:pt x="713320" y="238277"/>
                  </a:lnTo>
                  <a:lnTo>
                    <a:pt x="760882" y="238277"/>
                  </a:lnTo>
                  <a:lnTo>
                    <a:pt x="760882" y="191287"/>
                  </a:lnTo>
                  <a:lnTo>
                    <a:pt x="784656" y="191287"/>
                  </a:lnTo>
                  <a:lnTo>
                    <a:pt x="784656" y="167157"/>
                  </a:lnTo>
                  <a:lnTo>
                    <a:pt x="784656" y="143027"/>
                  </a:lnTo>
                  <a:lnTo>
                    <a:pt x="760882" y="143027"/>
                  </a:lnTo>
                  <a:lnTo>
                    <a:pt x="760882" y="167157"/>
                  </a:lnTo>
                  <a:lnTo>
                    <a:pt x="737095" y="167157"/>
                  </a:lnTo>
                  <a:lnTo>
                    <a:pt x="737095" y="118897"/>
                  </a:lnTo>
                  <a:lnTo>
                    <a:pt x="713320" y="118897"/>
                  </a:lnTo>
                  <a:lnTo>
                    <a:pt x="713320" y="96037"/>
                  </a:lnTo>
                  <a:lnTo>
                    <a:pt x="737095" y="96037"/>
                  </a:lnTo>
                  <a:lnTo>
                    <a:pt x="737095" y="118897"/>
                  </a:lnTo>
                  <a:lnTo>
                    <a:pt x="784656" y="118897"/>
                  </a:lnTo>
                  <a:lnTo>
                    <a:pt x="784656" y="96037"/>
                  </a:lnTo>
                  <a:lnTo>
                    <a:pt x="760882" y="96037"/>
                  </a:lnTo>
                  <a:lnTo>
                    <a:pt x="760882" y="71907"/>
                  </a:lnTo>
                  <a:lnTo>
                    <a:pt x="737095" y="71907"/>
                  </a:lnTo>
                  <a:lnTo>
                    <a:pt x="737095" y="47777"/>
                  </a:lnTo>
                  <a:lnTo>
                    <a:pt x="784656" y="47777"/>
                  </a:lnTo>
                  <a:lnTo>
                    <a:pt x="784656" y="24917"/>
                  </a:lnTo>
                  <a:close/>
                </a:path>
                <a:path w="975360" h="975360">
                  <a:moveTo>
                    <a:pt x="808431" y="238277"/>
                  </a:moveTo>
                  <a:lnTo>
                    <a:pt x="760882" y="238277"/>
                  </a:lnTo>
                  <a:lnTo>
                    <a:pt x="760882" y="262407"/>
                  </a:lnTo>
                  <a:lnTo>
                    <a:pt x="665772" y="262407"/>
                  </a:lnTo>
                  <a:lnTo>
                    <a:pt x="665772" y="286537"/>
                  </a:lnTo>
                  <a:lnTo>
                    <a:pt x="641997" y="286537"/>
                  </a:lnTo>
                  <a:lnTo>
                    <a:pt x="641997" y="309397"/>
                  </a:lnTo>
                  <a:lnTo>
                    <a:pt x="618210" y="309397"/>
                  </a:lnTo>
                  <a:lnTo>
                    <a:pt x="618210" y="332892"/>
                  </a:lnTo>
                  <a:lnTo>
                    <a:pt x="594436" y="332892"/>
                  </a:lnTo>
                  <a:lnTo>
                    <a:pt x="594436" y="356666"/>
                  </a:lnTo>
                  <a:lnTo>
                    <a:pt x="618210" y="356666"/>
                  </a:lnTo>
                  <a:lnTo>
                    <a:pt x="618210" y="333527"/>
                  </a:lnTo>
                  <a:lnTo>
                    <a:pt x="641997" y="333527"/>
                  </a:lnTo>
                  <a:lnTo>
                    <a:pt x="641997" y="452907"/>
                  </a:lnTo>
                  <a:lnTo>
                    <a:pt x="713320" y="452907"/>
                  </a:lnTo>
                  <a:lnTo>
                    <a:pt x="713320" y="475767"/>
                  </a:lnTo>
                  <a:lnTo>
                    <a:pt x="689546" y="475767"/>
                  </a:lnTo>
                  <a:lnTo>
                    <a:pt x="689546" y="524027"/>
                  </a:lnTo>
                  <a:lnTo>
                    <a:pt x="665772" y="524027"/>
                  </a:lnTo>
                  <a:lnTo>
                    <a:pt x="665772" y="475767"/>
                  </a:lnTo>
                  <a:lnTo>
                    <a:pt x="641997" y="475767"/>
                  </a:lnTo>
                  <a:lnTo>
                    <a:pt x="641997" y="499897"/>
                  </a:lnTo>
                  <a:lnTo>
                    <a:pt x="618210" y="499897"/>
                  </a:lnTo>
                  <a:lnTo>
                    <a:pt x="618210" y="523113"/>
                  </a:lnTo>
                  <a:lnTo>
                    <a:pt x="594436" y="523113"/>
                  </a:lnTo>
                  <a:lnTo>
                    <a:pt x="594436" y="546887"/>
                  </a:lnTo>
                  <a:lnTo>
                    <a:pt x="618210" y="546887"/>
                  </a:lnTo>
                  <a:lnTo>
                    <a:pt x="618210" y="524027"/>
                  </a:lnTo>
                  <a:lnTo>
                    <a:pt x="641997" y="524027"/>
                  </a:lnTo>
                  <a:lnTo>
                    <a:pt x="641997" y="546887"/>
                  </a:lnTo>
                  <a:lnTo>
                    <a:pt x="689546" y="546887"/>
                  </a:lnTo>
                  <a:lnTo>
                    <a:pt x="689546" y="571017"/>
                  </a:lnTo>
                  <a:lnTo>
                    <a:pt x="737095" y="571017"/>
                  </a:lnTo>
                  <a:lnTo>
                    <a:pt x="737095" y="546887"/>
                  </a:lnTo>
                  <a:lnTo>
                    <a:pt x="713320" y="546887"/>
                  </a:lnTo>
                  <a:lnTo>
                    <a:pt x="713320" y="499897"/>
                  </a:lnTo>
                  <a:lnTo>
                    <a:pt x="737095" y="499897"/>
                  </a:lnTo>
                  <a:lnTo>
                    <a:pt x="737095" y="524027"/>
                  </a:lnTo>
                  <a:lnTo>
                    <a:pt x="784656" y="524027"/>
                  </a:lnTo>
                  <a:lnTo>
                    <a:pt x="784656" y="499897"/>
                  </a:lnTo>
                  <a:lnTo>
                    <a:pt x="784656" y="475767"/>
                  </a:lnTo>
                  <a:lnTo>
                    <a:pt x="760882" y="475767"/>
                  </a:lnTo>
                  <a:lnTo>
                    <a:pt x="760882" y="428777"/>
                  </a:lnTo>
                  <a:lnTo>
                    <a:pt x="760882" y="404647"/>
                  </a:lnTo>
                  <a:lnTo>
                    <a:pt x="689546" y="404647"/>
                  </a:lnTo>
                  <a:lnTo>
                    <a:pt x="689546" y="428777"/>
                  </a:lnTo>
                  <a:lnTo>
                    <a:pt x="665772" y="428777"/>
                  </a:lnTo>
                  <a:lnTo>
                    <a:pt x="665772" y="404647"/>
                  </a:lnTo>
                  <a:lnTo>
                    <a:pt x="689546" y="404647"/>
                  </a:lnTo>
                  <a:lnTo>
                    <a:pt x="689546" y="357657"/>
                  </a:lnTo>
                  <a:lnTo>
                    <a:pt x="665772" y="357657"/>
                  </a:lnTo>
                  <a:lnTo>
                    <a:pt x="665772" y="333527"/>
                  </a:lnTo>
                  <a:lnTo>
                    <a:pt x="689546" y="333527"/>
                  </a:lnTo>
                  <a:lnTo>
                    <a:pt x="689546" y="357657"/>
                  </a:lnTo>
                  <a:lnTo>
                    <a:pt x="713320" y="357657"/>
                  </a:lnTo>
                  <a:lnTo>
                    <a:pt x="713320" y="309397"/>
                  </a:lnTo>
                  <a:lnTo>
                    <a:pt x="689546" y="309397"/>
                  </a:lnTo>
                  <a:lnTo>
                    <a:pt x="689546" y="286537"/>
                  </a:lnTo>
                  <a:lnTo>
                    <a:pt x="713320" y="286537"/>
                  </a:lnTo>
                  <a:lnTo>
                    <a:pt x="713320" y="309397"/>
                  </a:lnTo>
                  <a:lnTo>
                    <a:pt x="737095" y="309397"/>
                  </a:lnTo>
                  <a:lnTo>
                    <a:pt x="737095" y="286537"/>
                  </a:lnTo>
                  <a:lnTo>
                    <a:pt x="784656" y="286537"/>
                  </a:lnTo>
                  <a:lnTo>
                    <a:pt x="784656" y="262407"/>
                  </a:lnTo>
                  <a:lnTo>
                    <a:pt x="808431" y="262407"/>
                  </a:lnTo>
                  <a:lnTo>
                    <a:pt x="808431" y="238277"/>
                  </a:lnTo>
                  <a:close/>
                </a:path>
                <a:path w="975360" h="975360">
                  <a:moveTo>
                    <a:pt x="832205" y="808431"/>
                  </a:moveTo>
                  <a:lnTo>
                    <a:pt x="808431" y="808431"/>
                  </a:lnTo>
                  <a:lnTo>
                    <a:pt x="808431" y="832218"/>
                  </a:lnTo>
                  <a:lnTo>
                    <a:pt x="832205" y="832218"/>
                  </a:lnTo>
                  <a:lnTo>
                    <a:pt x="832205" y="808431"/>
                  </a:lnTo>
                  <a:close/>
                </a:path>
                <a:path w="975360" h="975360">
                  <a:moveTo>
                    <a:pt x="832205" y="475551"/>
                  </a:moveTo>
                  <a:lnTo>
                    <a:pt x="808431" y="475551"/>
                  </a:lnTo>
                  <a:lnTo>
                    <a:pt x="808431" y="499325"/>
                  </a:lnTo>
                  <a:lnTo>
                    <a:pt x="832205" y="499325"/>
                  </a:lnTo>
                  <a:lnTo>
                    <a:pt x="832205" y="475551"/>
                  </a:lnTo>
                  <a:close/>
                </a:path>
                <a:path w="975360" h="975360">
                  <a:moveTo>
                    <a:pt x="832205" y="428002"/>
                  </a:moveTo>
                  <a:lnTo>
                    <a:pt x="784656" y="428002"/>
                  </a:lnTo>
                  <a:lnTo>
                    <a:pt x="784656" y="475551"/>
                  </a:lnTo>
                  <a:lnTo>
                    <a:pt x="808431" y="475551"/>
                  </a:lnTo>
                  <a:lnTo>
                    <a:pt x="808431" y="451777"/>
                  </a:lnTo>
                  <a:lnTo>
                    <a:pt x="832205" y="451777"/>
                  </a:lnTo>
                  <a:lnTo>
                    <a:pt x="832205" y="428002"/>
                  </a:lnTo>
                  <a:close/>
                </a:path>
                <a:path w="975360" h="975360">
                  <a:moveTo>
                    <a:pt x="832205" y="190233"/>
                  </a:moveTo>
                  <a:lnTo>
                    <a:pt x="808431" y="190233"/>
                  </a:lnTo>
                  <a:lnTo>
                    <a:pt x="808431" y="214007"/>
                  </a:lnTo>
                  <a:lnTo>
                    <a:pt x="832205" y="214007"/>
                  </a:lnTo>
                  <a:lnTo>
                    <a:pt x="832205" y="190233"/>
                  </a:lnTo>
                  <a:close/>
                </a:path>
                <a:path w="975360" h="975360">
                  <a:moveTo>
                    <a:pt x="879767" y="404647"/>
                  </a:moveTo>
                  <a:lnTo>
                    <a:pt x="855992" y="404647"/>
                  </a:lnTo>
                  <a:lnTo>
                    <a:pt x="855992" y="428777"/>
                  </a:lnTo>
                  <a:lnTo>
                    <a:pt x="879767" y="428777"/>
                  </a:lnTo>
                  <a:lnTo>
                    <a:pt x="879767" y="404647"/>
                  </a:lnTo>
                  <a:close/>
                </a:path>
                <a:path w="975360" h="975360">
                  <a:moveTo>
                    <a:pt x="903541" y="856767"/>
                  </a:moveTo>
                  <a:lnTo>
                    <a:pt x="879767" y="856767"/>
                  </a:lnTo>
                  <a:lnTo>
                    <a:pt x="879767" y="737387"/>
                  </a:lnTo>
                  <a:lnTo>
                    <a:pt x="855992" y="737387"/>
                  </a:lnTo>
                  <a:lnTo>
                    <a:pt x="855992" y="761517"/>
                  </a:lnTo>
                  <a:lnTo>
                    <a:pt x="855992" y="785647"/>
                  </a:lnTo>
                  <a:lnTo>
                    <a:pt x="855992" y="856767"/>
                  </a:lnTo>
                  <a:lnTo>
                    <a:pt x="784656" y="856767"/>
                  </a:lnTo>
                  <a:lnTo>
                    <a:pt x="784656" y="785647"/>
                  </a:lnTo>
                  <a:lnTo>
                    <a:pt x="855992" y="785647"/>
                  </a:lnTo>
                  <a:lnTo>
                    <a:pt x="855992" y="761517"/>
                  </a:lnTo>
                  <a:lnTo>
                    <a:pt x="832205" y="761517"/>
                  </a:lnTo>
                  <a:lnTo>
                    <a:pt x="832205" y="737387"/>
                  </a:lnTo>
                  <a:lnTo>
                    <a:pt x="784656" y="737387"/>
                  </a:lnTo>
                  <a:lnTo>
                    <a:pt x="784656" y="761517"/>
                  </a:lnTo>
                  <a:lnTo>
                    <a:pt x="760882" y="761517"/>
                  </a:lnTo>
                  <a:lnTo>
                    <a:pt x="760882" y="785647"/>
                  </a:lnTo>
                  <a:lnTo>
                    <a:pt x="737095" y="785647"/>
                  </a:lnTo>
                  <a:lnTo>
                    <a:pt x="737095" y="737387"/>
                  </a:lnTo>
                  <a:lnTo>
                    <a:pt x="784656" y="737387"/>
                  </a:lnTo>
                  <a:lnTo>
                    <a:pt x="784656" y="714527"/>
                  </a:lnTo>
                  <a:lnTo>
                    <a:pt x="760882" y="714527"/>
                  </a:lnTo>
                  <a:lnTo>
                    <a:pt x="760882" y="690397"/>
                  </a:lnTo>
                  <a:lnTo>
                    <a:pt x="737095" y="690397"/>
                  </a:lnTo>
                  <a:lnTo>
                    <a:pt x="737095" y="714527"/>
                  </a:lnTo>
                  <a:lnTo>
                    <a:pt x="713320" y="714527"/>
                  </a:lnTo>
                  <a:lnTo>
                    <a:pt x="713320" y="737387"/>
                  </a:lnTo>
                  <a:lnTo>
                    <a:pt x="713320" y="761517"/>
                  </a:lnTo>
                  <a:lnTo>
                    <a:pt x="689546" y="761517"/>
                  </a:lnTo>
                  <a:lnTo>
                    <a:pt x="689546" y="737387"/>
                  </a:lnTo>
                  <a:lnTo>
                    <a:pt x="665772" y="737387"/>
                  </a:lnTo>
                  <a:lnTo>
                    <a:pt x="665772" y="714527"/>
                  </a:lnTo>
                  <a:lnTo>
                    <a:pt x="689546" y="714527"/>
                  </a:lnTo>
                  <a:lnTo>
                    <a:pt x="689546" y="737387"/>
                  </a:lnTo>
                  <a:lnTo>
                    <a:pt x="713320" y="737387"/>
                  </a:lnTo>
                  <a:lnTo>
                    <a:pt x="713320" y="714527"/>
                  </a:lnTo>
                  <a:lnTo>
                    <a:pt x="713320" y="690397"/>
                  </a:lnTo>
                  <a:lnTo>
                    <a:pt x="689546" y="690397"/>
                  </a:lnTo>
                  <a:lnTo>
                    <a:pt x="689546" y="642137"/>
                  </a:lnTo>
                  <a:lnTo>
                    <a:pt x="665772" y="642137"/>
                  </a:lnTo>
                  <a:lnTo>
                    <a:pt x="665772" y="666267"/>
                  </a:lnTo>
                  <a:lnTo>
                    <a:pt x="641997" y="666267"/>
                  </a:lnTo>
                  <a:lnTo>
                    <a:pt x="641997" y="690397"/>
                  </a:lnTo>
                  <a:lnTo>
                    <a:pt x="618210" y="690397"/>
                  </a:lnTo>
                  <a:lnTo>
                    <a:pt x="618210" y="713333"/>
                  </a:lnTo>
                  <a:lnTo>
                    <a:pt x="594436" y="713333"/>
                  </a:lnTo>
                  <a:lnTo>
                    <a:pt x="594436" y="760882"/>
                  </a:lnTo>
                  <a:lnTo>
                    <a:pt x="618210" y="760882"/>
                  </a:lnTo>
                  <a:lnTo>
                    <a:pt x="618210" y="714527"/>
                  </a:lnTo>
                  <a:lnTo>
                    <a:pt x="641997" y="714527"/>
                  </a:lnTo>
                  <a:lnTo>
                    <a:pt x="641997" y="761517"/>
                  </a:lnTo>
                  <a:lnTo>
                    <a:pt x="665772" y="761517"/>
                  </a:lnTo>
                  <a:lnTo>
                    <a:pt x="665772" y="784656"/>
                  </a:lnTo>
                  <a:lnTo>
                    <a:pt x="641997" y="784656"/>
                  </a:lnTo>
                  <a:lnTo>
                    <a:pt x="641997" y="832218"/>
                  </a:lnTo>
                  <a:lnTo>
                    <a:pt x="665772" y="832218"/>
                  </a:lnTo>
                  <a:lnTo>
                    <a:pt x="665772" y="785647"/>
                  </a:lnTo>
                  <a:lnTo>
                    <a:pt x="713320" y="785647"/>
                  </a:lnTo>
                  <a:lnTo>
                    <a:pt x="713320" y="808507"/>
                  </a:lnTo>
                  <a:lnTo>
                    <a:pt x="689546" y="808507"/>
                  </a:lnTo>
                  <a:lnTo>
                    <a:pt x="689546" y="832637"/>
                  </a:lnTo>
                  <a:lnTo>
                    <a:pt x="665772" y="832637"/>
                  </a:lnTo>
                  <a:lnTo>
                    <a:pt x="665772" y="856767"/>
                  </a:lnTo>
                  <a:lnTo>
                    <a:pt x="713320" y="856767"/>
                  </a:lnTo>
                  <a:lnTo>
                    <a:pt x="713320" y="832637"/>
                  </a:lnTo>
                  <a:lnTo>
                    <a:pt x="737095" y="832637"/>
                  </a:lnTo>
                  <a:lnTo>
                    <a:pt x="737095" y="856767"/>
                  </a:lnTo>
                  <a:lnTo>
                    <a:pt x="713320" y="856767"/>
                  </a:lnTo>
                  <a:lnTo>
                    <a:pt x="713320" y="880897"/>
                  </a:lnTo>
                  <a:lnTo>
                    <a:pt x="760882" y="880897"/>
                  </a:lnTo>
                  <a:lnTo>
                    <a:pt x="760882" y="903757"/>
                  </a:lnTo>
                  <a:lnTo>
                    <a:pt x="808431" y="903757"/>
                  </a:lnTo>
                  <a:lnTo>
                    <a:pt x="808431" y="880897"/>
                  </a:lnTo>
                  <a:lnTo>
                    <a:pt x="903541" y="880897"/>
                  </a:lnTo>
                  <a:lnTo>
                    <a:pt x="903541" y="856767"/>
                  </a:lnTo>
                  <a:close/>
                </a:path>
                <a:path w="975360" h="975360">
                  <a:moveTo>
                    <a:pt x="903541" y="262407"/>
                  </a:moveTo>
                  <a:lnTo>
                    <a:pt x="879767" y="262407"/>
                  </a:lnTo>
                  <a:lnTo>
                    <a:pt x="879767" y="286537"/>
                  </a:lnTo>
                  <a:lnTo>
                    <a:pt x="903541" y="286537"/>
                  </a:lnTo>
                  <a:lnTo>
                    <a:pt x="903541" y="262407"/>
                  </a:lnTo>
                  <a:close/>
                </a:path>
                <a:path w="975360" h="975360">
                  <a:moveTo>
                    <a:pt x="927315" y="690397"/>
                  </a:moveTo>
                  <a:lnTo>
                    <a:pt x="903541" y="690397"/>
                  </a:lnTo>
                  <a:lnTo>
                    <a:pt x="903541" y="666267"/>
                  </a:lnTo>
                  <a:lnTo>
                    <a:pt x="879767" y="666267"/>
                  </a:lnTo>
                  <a:lnTo>
                    <a:pt x="879767" y="690397"/>
                  </a:lnTo>
                  <a:lnTo>
                    <a:pt x="855992" y="690397"/>
                  </a:lnTo>
                  <a:lnTo>
                    <a:pt x="855992" y="714527"/>
                  </a:lnTo>
                  <a:lnTo>
                    <a:pt x="903541" y="714527"/>
                  </a:lnTo>
                  <a:lnTo>
                    <a:pt x="903541" y="761517"/>
                  </a:lnTo>
                  <a:lnTo>
                    <a:pt x="927315" y="761517"/>
                  </a:lnTo>
                  <a:lnTo>
                    <a:pt x="927315" y="690397"/>
                  </a:lnTo>
                  <a:close/>
                </a:path>
                <a:path w="975360" h="975360">
                  <a:moveTo>
                    <a:pt x="927315" y="357657"/>
                  </a:moveTo>
                  <a:lnTo>
                    <a:pt x="879767" y="357657"/>
                  </a:lnTo>
                  <a:lnTo>
                    <a:pt x="879767" y="404647"/>
                  </a:lnTo>
                  <a:lnTo>
                    <a:pt x="903541" y="404647"/>
                  </a:lnTo>
                  <a:lnTo>
                    <a:pt x="903541" y="380517"/>
                  </a:lnTo>
                  <a:lnTo>
                    <a:pt x="927315" y="380517"/>
                  </a:lnTo>
                  <a:lnTo>
                    <a:pt x="927315" y="357657"/>
                  </a:lnTo>
                  <a:close/>
                </a:path>
                <a:path w="975360" h="975360">
                  <a:moveTo>
                    <a:pt x="927315" y="47561"/>
                  </a:moveTo>
                  <a:lnTo>
                    <a:pt x="855992" y="47561"/>
                  </a:lnTo>
                  <a:lnTo>
                    <a:pt x="855992" y="118897"/>
                  </a:lnTo>
                  <a:lnTo>
                    <a:pt x="927315" y="118897"/>
                  </a:lnTo>
                  <a:lnTo>
                    <a:pt x="927315" y="47561"/>
                  </a:lnTo>
                  <a:close/>
                </a:path>
                <a:path w="975360" h="975360">
                  <a:moveTo>
                    <a:pt x="951090" y="214147"/>
                  </a:moveTo>
                  <a:lnTo>
                    <a:pt x="855992" y="214147"/>
                  </a:lnTo>
                  <a:lnTo>
                    <a:pt x="855992" y="238277"/>
                  </a:lnTo>
                  <a:lnTo>
                    <a:pt x="832205" y="238277"/>
                  </a:lnTo>
                  <a:lnTo>
                    <a:pt x="832205" y="262407"/>
                  </a:lnTo>
                  <a:lnTo>
                    <a:pt x="808431" y="262407"/>
                  </a:lnTo>
                  <a:lnTo>
                    <a:pt x="808431" y="333527"/>
                  </a:lnTo>
                  <a:lnTo>
                    <a:pt x="832205" y="333527"/>
                  </a:lnTo>
                  <a:lnTo>
                    <a:pt x="832205" y="357657"/>
                  </a:lnTo>
                  <a:lnTo>
                    <a:pt x="760882" y="357657"/>
                  </a:lnTo>
                  <a:lnTo>
                    <a:pt x="760882" y="333527"/>
                  </a:lnTo>
                  <a:lnTo>
                    <a:pt x="737095" y="333527"/>
                  </a:lnTo>
                  <a:lnTo>
                    <a:pt x="737095" y="380517"/>
                  </a:lnTo>
                  <a:lnTo>
                    <a:pt x="760882" y="380517"/>
                  </a:lnTo>
                  <a:lnTo>
                    <a:pt x="760882" y="404647"/>
                  </a:lnTo>
                  <a:lnTo>
                    <a:pt x="784656" y="404647"/>
                  </a:lnTo>
                  <a:lnTo>
                    <a:pt x="784656" y="380517"/>
                  </a:lnTo>
                  <a:lnTo>
                    <a:pt x="832205" y="380517"/>
                  </a:lnTo>
                  <a:lnTo>
                    <a:pt x="832205" y="404647"/>
                  </a:lnTo>
                  <a:lnTo>
                    <a:pt x="855992" y="404647"/>
                  </a:lnTo>
                  <a:lnTo>
                    <a:pt x="855992" y="357657"/>
                  </a:lnTo>
                  <a:lnTo>
                    <a:pt x="879767" y="357657"/>
                  </a:lnTo>
                  <a:lnTo>
                    <a:pt x="879767" y="309397"/>
                  </a:lnTo>
                  <a:lnTo>
                    <a:pt x="832205" y="309397"/>
                  </a:lnTo>
                  <a:lnTo>
                    <a:pt x="832205" y="286537"/>
                  </a:lnTo>
                  <a:lnTo>
                    <a:pt x="855992" y="286537"/>
                  </a:lnTo>
                  <a:lnTo>
                    <a:pt x="855992" y="262407"/>
                  </a:lnTo>
                  <a:lnTo>
                    <a:pt x="879767" y="262407"/>
                  </a:lnTo>
                  <a:lnTo>
                    <a:pt x="879767" y="238277"/>
                  </a:lnTo>
                  <a:lnTo>
                    <a:pt x="903541" y="238277"/>
                  </a:lnTo>
                  <a:lnTo>
                    <a:pt x="903541" y="262407"/>
                  </a:lnTo>
                  <a:lnTo>
                    <a:pt x="927315" y="262407"/>
                  </a:lnTo>
                  <a:lnTo>
                    <a:pt x="927315" y="238277"/>
                  </a:lnTo>
                  <a:lnTo>
                    <a:pt x="951090" y="238277"/>
                  </a:lnTo>
                  <a:lnTo>
                    <a:pt x="951090" y="214147"/>
                  </a:lnTo>
                  <a:close/>
                </a:path>
                <a:path w="975360" h="975360">
                  <a:moveTo>
                    <a:pt x="974864" y="23774"/>
                  </a:moveTo>
                  <a:lnTo>
                    <a:pt x="951090" y="23774"/>
                  </a:lnTo>
                  <a:lnTo>
                    <a:pt x="951090" y="142671"/>
                  </a:lnTo>
                  <a:lnTo>
                    <a:pt x="974864" y="142671"/>
                  </a:lnTo>
                  <a:lnTo>
                    <a:pt x="974864" y="23774"/>
                  </a:lnTo>
                  <a:close/>
                </a:path>
                <a:path w="975360" h="975360">
                  <a:moveTo>
                    <a:pt x="974864" y="635"/>
                  </a:moveTo>
                  <a:lnTo>
                    <a:pt x="808431" y="635"/>
                  </a:lnTo>
                  <a:lnTo>
                    <a:pt x="808431" y="23495"/>
                  </a:lnTo>
                  <a:lnTo>
                    <a:pt x="808431" y="142875"/>
                  </a:lnTo>
                  <a:lnTo>
                    <a:pt x="808431" y="167005"/>
                  </a:lnTo>
                  <a:lnTo>
                    <a:pt x="974864" y="167005"/>
                  </a:lnTo>
                  <a:lnTo>
                    <a:pt x="974864" y="142875"/>
                  </a:lnTo>
                  <a:lnTo>
                    <a:pt x="832205" y="142875"/>
                  </a:lnTo>
                  <a:lnTo>
                    <a:pt x="832205" y="23495"/>
                  </a:lnTo>
                  <a:lnTo>
                    <a:pt x="974864" y="23495"/>
                  </a:lnTo>
                  <a:lnTo>
                    <a:pt x="974864" y="635"/>
                  </a:lnTo>
                  <a:close/>
                </a:path>
                <a:path w="975360" h="975360">
                  <a:moveTo>
                    <a:pt x="974877" y="761517"/>
                  </a:moveTo>
                  <a:lnTo>
                    <a:pt x="927315" y="761517"/>
                  </a:lnTo>
                  <a:lnTo>
                    <a:pt x="927315" y="808507"/>
                  </a:lnTo>
                  <a:lnTo>
                    <a:pt x="974877" y="808507"/>
                  </a:lnTo>
                  <a:lnTo>
                    <a:pt x="974877" y="761517"/>
                  </a:lnTo>
                  <a:close/>
                </a:path>
                <a:path w="975360" h="975360">
                  <a:moveTo>
                    <a:pt x="974877" y="546887"/>
                  </a:moveTo>
                  <a:lnTo>
                    <a:pt x="951090" y="546887"/>
                  </a:lnTo>
                  <a:lnTo>
                    <a:pt x="951090" y="571017"/>
                  </a:lnTo>
                  <a:lnTo>
                    <a:pt x="974877" y="571017"/>
                  </a:lnTo>
                  <a:lnTo>
                    <a:pt x="974877" y="546887"/>
                  </a:lnTo>
                  <a:close/>
                </a:path>
                <a:path w="975360" h="975360">
                  <a:moveTo>
                    <a:pt x="974877" y="428777"/>
                  </a:moveTo>
                  <a:lnTo>
                    <a:pt x="951090" y="428777"/>
                  </a:lnTo>
                  <a:lnTo>
                    <a:pt x="951090" y="452907"/>
                  </a:lnTo>
                  <a:lnTo>
                    <a:pt x="951090" y="475767"/>
                  </a:lnTo>
                  <a:lnTo>
                    <a:pt x="927315" y="475767"/>
                  </a:lnTo>
                  <a:lnTo>
                    <a:pt x="927315" y="452907"/>
                  </a:lnTo>
                  <a:lnTo>
                    <a:pt x="951090" y="452907"/>
                  </a:lnTo>
                  <a:lnTo>
                    <a:pt x="951090" y="428777"/>
                  </a:lnTo>
                  <a:lnTo>
                    <a:pt x="879767" y="428777"/>
                  </a:lnTo>
                  <a:lnTo>
                    <a:pt x="879767" y="452907"/>
                  </a:lnTo>
                  <a:lnTo>
                    <a:pt x="903541" y="452907"/>
                  </a:lnTo>
                  <a:lnTo>
                    <a:pt x="903541" y="499897"/>
                  </a:lnTo>
                  <a:lnTo>
                    <a:pt x="832205" y="499897"/>
                  </a:lnTo>
                  <a:lnTo>
                    <a:pt x="832205" y="524027"/>
                  </a:lnTo>
                  <a:lnTo>
                    <a:pt x="855992" y="524027"/>
                  </a:lnTo>
                  <a:lnTo>
                    <a:pt x="855992" y="546887"/>
                  </a:lnTo>
                  <a:lnTo>
                    <a:pt x="832205" y="546887"/>
                  </a:lnTo>
                  <a:lnTo>
                    <a:pt x="832205" y="524027"/>
                  </a:lnTo>
                  <a:lnTo>
                    <a:pt x="784656" y="524027"/>
                  </a:lnTo>
                  <a:lnTo>
                    <a:pt x="784656" y="546887"/>
                  </a:lnTo>
                  <a:lnTo>
                    <a:pt x="808431" y="546887"/>
                  </a:lnTo>
                  <a:lnTo>
                    <a:pt x="808431" y="619277"/>
                  </a:lnTo>
                  <a:lnTo>
                    <a:pt x="832205" y="619277"/>
                  </a:lnTo>
                  <a:lnTo>
                    <a:pt x="832205" y="642137"/>
                  </a:lnTo>
                  <a:lnTo>
                    <a:pt x="808431" y="642137"/>
                  </a:lnTo>
                  <a:lnTo>
                    <a:pt x="808431" y="619277"/>
                  </a:lnTo>
                  <a:lnTo>
                    <a:pt x="713320" y="619277"/>
                  </a:lnTo>
                  <a:lnTo>
                    <a:pt x="713320" y="642137"/>
                  </a:lnTo>
                  <a:lnTo>
                    <a:pt x="737095" y="642137"/>
                  </a:lnTo>
                  <a:lnTo>
                    <a:pt x="737095" y="666267"/>
                  </a:lnTo>
                  <a:lnTo>
                    <a:pt x="832205" y="666267"/>
                  </a:lnTo>
                  <a:lnTo>
                    <a:pt x="832205" y="690397"/>
                  </a:lnTo>
                  <a:lnTo>
                    <a:pt x="855992" y="690397"/>
                  </a:lnTo>
                  <a:lnTo>
                    <a:pt x="855992" y="619277"/>
                  </a:lnTo>
                  <a:lnTo>
                    <a:pt x="903541" y="619277"/>
                  </a:lnTo>
                  <a:lnTo>
                    <a:pt x="903541" y="666267"/>
                  </a:lnTo>
                  <a:lnTo>
                    <a:pt x="927315" y="666267"/>
                  </a:lnTo>
                  <a:lnTo>
                    <a:pt x="927315" y="690397"/>
                  </a:lnTo>
                  <a:lnTo>
                    <a:pt x="951090" y="690397"/>
                  </a:lnTo>
                  <a:lnTo>
                    <a:pt x="951090" y="666267"/>
                  </a:lnTo>
                  <a:lnTo>
                    <a:pt x="974877" y="666267"/>
                  </a:lnTo>
                  <a:lnTo>
                    <a:pt x="974877" y="642137"/>
                  </a:lnTo>
                  <a:lnTo>
                    <a:pt x="974877" y="619277"/>
                  </a:lnTo>
                  <a:lnTo>
                    <a:pt x="951090" y="619277"/>
                  </a:lnTo>
                  <a:lnTo>
                    <a:pt x="951090" y="642137"/>
                  </a:lnTo>
                  <a:lnTo>
                    <a:pt x="927315" y="642137"/>
                  </a:lnTo>
                  <a:lnTo>
                    <a:pt x="927315" y="619277"/>
                  </a:lnTo>
                  <a:lnTo>
                    <a:pt x="951090" y="619277"/>
                  </a:lnTo>
                  <a:lnTo>
                    <a:pt x="951090" y="595147"/>
                  </a:lnTo>
                  <a:lnTo>
                    <a:pt x="951090" y="571017"/>
                  </a:lnTo>
                  <a:lnTo>
                    <a:pt x="927315" y="571017"/>
                  </a:lnTo>
                  <a:lnTo>
                    <a:pt x="927315" y="595147"/>
                  </a:lnTo>
                  <a:lnTo>
                    <a:pt x="903541" y="595147"/>
                  </a:lnTo>
                  <a:lnTo>
                    <a:pt x="903541" y="571017"/>
                  </a:lnTo>
                  <a:lnTo>
                    <a:pt x="903541" y="546887"/>
                  </a:lnTo>
                  <a:lnTo>
                    <a:pt x="879767" y="546887"/>
                  </a:lnTo>
                  <a:lnTo>
                    <a:pt x="879767" y="571017"/>
                  </a:lnTo>
                  <a:lnTo>
                    <a:pt x="879767" y="595147"/>
                  </a:lnTo>
                  <a:lnTo>
                    <a:pt x="855992" y="595147"/>
                  </a:lnTo>
                  <a:lnTo>
                    <a:pt x="855992" y="571017"/>
                  </a:lnTo>
                  <a:lnTo>
                    <a:pt x="879767" y="571017"/>
                  </a:lnTo>
                  <a:lnTo>
                    <a:pt x="879767" y="546887"/>
                  </a:lnTo>
                  <a:lnTo>
                    <a:pt x="879767" y="524027"/>
                  </a:lnTo>
                  <a:lnTo>
                    <a:pt x="903541" y="524027"/>
                  </a:lnTo>
                  <a:lnTo>
                    <a:pt x="903541" y="546887"/>
                  </a:lnTo>
                  <a:lnTo>
                    <a:pt x="927315" y="546887"/>
                  </a:lnTo>
                  <a:lnTo>
                    <a:pt x="927315" y="524027"/>
                  </a:lnTo>
                  <a:lnTo>
                    <a:pt x="951090" y="524027"/>
                  </a:lnTo>
                  <a:lnTo>
                    <a:pt x="951090" y="499897"/>
                  </a:lnTo>
                  <a:lnTo>
                    <a:pt x="974877" y="499897"/>
                  </a:lnTo>
                  <a:lnTo>
                    <a:pt x="974877" y="475767"/>
                  </a:lnTo>
                  <a:lnTo>
                    <a:pt x="974877" y="428777"/>
                  </a:lnTo>
                  <a:close/>
                </a:path>
                <a:path w="975360" h="975360">
                  <a:moveTo>
                    <a:pt x="974877" y="191287"/>
                  </a:moveTo>
                  <a:lnTo>
                    <a:pt x="951090" y="191287"/>
                  </a:lnTo>
                  <a:lnTo>
                    <a:pt x="951090" y="214147"/>
                  </a:lnTo>
                  <a:lnTo>
                    <a:pt x="974877" y="214147"/>
                  </a:lnTo>
                  <a:lnTo>
                    <a:pt x="974877" y="191287"/>
                  </a:lnTo>
                  <a:close/>
                </a:path>
              </a:pathLst>
            </a:custGeom>
            <a:solidFill>
              <a:srgbClr val="07070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4236656" y="4114507"/>
              <a:ext cx="71335" cy="95109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3333115" y="4185843"/>
              <a:ext cx="975360" cy="618490"/>
            </a:xfrm>
            <a:custGeom>
              <a:avLst/>
              <a:gdLst/>
              <a:ahLst/>
              <a:cxnLst/>
              <a:rect l="l" t="t" r="r" b="b"/>
              <a:pathLst>
                <a:path w="975360" h="618489">
                  <a:moveTo>
                    <a:pt x="23774" y="0"/>
                  </a:moveTo>
                  <a:lnTo>
                    <a:pt x="0" y="0"/>
                  </a:lnTo>
                  <a:lnTo>
                    <a:pt x="0" y="23774"/>
                  </a:lnTo>
                  <a:lnTo>
                    <a:pt x="23774" y="23774"/>
                  </a:lnTo>
                  <a:lnTo>
                    <a:pt x="23774" y="0"/>
                  </a:lnTo>
                  <a:close/>
                </a:path>
                <a:path w="975360" h="618489">
                  <a:moveTo>
                    <a:pt x="118884" y="499325"/>
                  </a:moveTo>
                  <a:lnTo>
                    <a:pt x="47561" y="499325"/>
                  </a:lnTo>
                  <a:lnTo>
                    <a:pt x="47561" y="570661"/>
                  </a:lnTo>
                  <a:lnTo>
                    <a:pt x="118884" y="570661"/>
                  </a:lnTo>
                  <a:lnTo>
                    <a:pt x="118884" y="499325"/>
                  </a:lnTo>
                  <a:close/>
                </a:path>
                <a:path w="975360" h="618489">
                  <a:moveTo>
                    <a:pt x="166433" y="451688"/>
                  </a:moveTo>
                  <a:lnTo>
                    <a:pt x="142671" y="451688"/>
                  </a:lnTo>
                  <a:lnTo>
                    <a:pt x="142671" y="475818"/>
                  </a:lnTo>
                  <a:lnTo>
                    <a:pt x="142671" y="593928"/>
                  </a:lnTo>
                  <a:lnTo>
                    <a:pt x="23787" y="593928"/>
                  </a:lnTo>
                  <a:lnTo>
                    <a:pt x="23787" y="475818"/>
                  </a:lnTo>
                  <a:lnTo>
                    <a:pt x="142671" y="475818"/>
                  </a:lnTo>
                  <a:lnTo>
                    <a:pt x="142671" y="451688"/>
                  </a:lnTo>
                  <a:lnTo>
                    <a:pt x="0" y="451688"/>
                  </a:lnTo>
                  <a:lnTo>
                    <a:pt x="0" y="475818"/>
                  </a:lnTo>
                  <a:lnTo>
                    <a:pt x="0" y="593928"/>
                  </a:lnTo>
                  <a:lnTo>
                    <a:pt x="0" y="618058"/>
                  </a:lnTo>
                  <a:lnTo>
                    <a:pt x="166433" y="618058"/>
                  </a:lnTo>
                  <a:lnTo>
                    <a:pt x="166433" y="594436"/>
                  </a:lnTo>
                  <a:lnTo>
                    <a:pt x="166433" y="593928"/>
                  </a:lnTo>
                  <a:lnTo>
                    <a:pt x="166433" y="475818"/>
                  </a:lnTo>
                  <a:lnTo>
                    <a:pt x="166433" y="475551"/>
                  </a:lnTo>
                  <a:lnTo>
                    <a:pt x="166433" y="451688"/>
                  </a:lnTo>
                  <a:close/>
                </a:path>
                <a:path w="975360" h="618489">
                  <a:moveTo>
                    <a:pt x="974864" y="475551"/>
                  </a:moveTo>
                  <a:lnTo>
                    <a:pt x="927315" y="475551"/>
                  </a:lnTo>
                  <a:lnTo>
                    <a:pt x="927315" y="499325"/>
                  </a:lnTo>
                  <a:lnTo>
                    <a:pt x="974864" y="499325"/>
                  </a:lnTo>
                  <a:lnTo>
                    <a:pt x="974864" y="475551"/>
                  </a:lnTo>
                  <a:close/>
                </a:path>
                <a:path w="975360" h="618489">
                  <a:moveTo>
                    <a:pt x="974864" y="356666"/>
                  </a:moveTo>
                  <a:lnTo>
                    <a:pt x="951090" y="356666"/>
                  </a:lnTo>
                  <a:lnTo>
                    <a:pt x="951090" y="380441"/>
                  </a:lnTo>
                  <a:lnTo>
                    <a:pt x="974864" y="380441"/>
                  </a:lnTo>
                  <a:lnTo>
                    <a:pt x="974864" y="356666"/>
                  </a:lnTo>
                  <a:close/>
                </a:path>
              </a:pathLst>
            </a:custGeom>
            <a:solidFill>
              <a:srgbClr val="07070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4070210" y="4708938"/>
              <a:ext cx="237782" cy="9510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3737330" y="4780279"/>
              <a:ext cx="167005" cy="24130"/>
            </a:xfrm>
            <a:custGeom>
              <a:avLst/>
              <a:gdLst/>
              <a:ahLst/>
              <a:cxnLst/>
              <a:rect l="l" t="t" r="r" b="b"/>
              <a:pathLst>
                <a:path w="167004" h="24129">
                  <a:moveTo>
                    <a:pt x="23774" y="0"/>
                  </a:moveTo>
                  <a:lnTo>
                    <a:pt x="0" y="0"/>
                  </a:lnTo>
                  <a:lnTo>
                    <a:pt x="0" y="23774"/>
                  </a:lnTo>
                  <a:lnTo>
                    <a:pt x="23774" y="23774"/>
                  </a:lnTo>
                  <a:lnTo>
                    <a:pt x="23774" y="0"/>
                  </a:lnTo>
                  <a:close/>
                </a:path>
                <a:path w="167004" h="24129">
                  <a:moveTo>
                    <a:pt x="166433" y="0"/>
                  </a:moveTo>
                  <a:lnTo>
                    <a:pt x="118884" y="0"/>
                  </a:lnTo>
                  <a:lnTo>
                    <a:pt x="118884" y="23774"/>
                  </a:lnTo>
                  <a:lnTo>
                    <a:pt x="166433" y="23774"/>
                  </a:lnTo>
                  <a:lnTo>
                    <a:pt x="166433" y="0"/>
                  </a:lnTo>
                  <a:close/>
                </a:path>
              </a:pathLst>
            </a:custGeom>
            <a:solidFill>
              <a:srgbClr val="07070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0" y="4"/>
              <a:ext cx="4463999" cy="5147995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0" y="4"/>
              <a:ext cx="4464050" cy="5148580"/>
            </a:xfrm>
            <a:custGeom>
              <a:avLst/>
              <a:gdLst/>
              <a:ahLst/>
              <a:cxnLst/>
              <a:rect l="l" t="t" r="r" b="b"/>
              <a:pathLst>
                <a:path w="4464050" h="5148580">
                  <a:moveTo>
                    <a:pt x="0" y="5147995"/>
                  </a:moveTo>
                  <a:lnTo>
                    <a:pt x="4463999" y="5147995"/>
                  </a:lnTo>
                  <a:lnTo>
                    <a:pt x="4463999" y="0"/>
                  </a:lnTo>
                  <a:lnTo>
                    <a:pt x="0" y="0"/>
                  </a:lnTo>
                  <a:lnTo>
                    <a:pt x="0" y="5147995"/>
                  </a:lnTo>
                  <a:close/>
                </a:path>
              </a:pathLst>
            </a:custGeom>
            <a:ln w="38100">
              <a:solidFill>
                <a:srgbClr val="FCEE5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260125_おうちづくり勉強会_リビング半5段_OL</dc:title>
  <dcterms:created xsi:type="dcterms:W3CDTF">2026-02-09T03:29:22Z</dcterms:created>
  <dcterms:modified xsi:type="dcterms:W3CDTF">2026-02-09T03:29:22Z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2026-01-07T00:00:00Z</vt:filetime>
  </property>
  <property fmtid="{D5CDD505-2E9C-101B-9397-08002B2CF9AE}" pid="3" name="Creator">
    <vt:lpwstr>Serif Affinity Designer 2 2.6.5</vt:lpwstr>
  </property>
  <property fmtid="{D5CDD505-2E9C-101B-9397-08002B2CF9AE}" pid="4" name="GTS_PDFXVersion">
    <vt:lpwstr>PDF/X-1a:2003</vt:lpwstr>
  </property>
  <property fmtid="{D5CDD505-2E9C-101B-9397-08002B2CF9AE}" pid="5" name="LastSaved">
    <vt:filetime>2026-02-09T00:00:00Z</vt:filetime>
  </property>
  <property fmtid="{D5CDD505-2E9C-101B-9397-08002B2CF9AE}" pid="6" name="Producer">
    <vt:lpwstr>PDFlib+PDI 10.0.0p1-i (Win32)</vt:lpwstr>
  </property>
  <property fmtid="{D5CDD505-2E9C-101B-9397-08002B2CF9AE}" pid="7" name="trapped">
    <vt:lpwstr>false</vt:lpwstr>
  </property>
</Properties>
</file>