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6697980" cy="7722108"/>
  <p:notesSz cx="7722108" cy="669798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697980" cy="772210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2026-02-09T01:34:34Z</dcterms:created>
  <dcterms:modified xsi:type="dcterms:W3CDTF">2026-02-09T01:34:34Z</dcterms:modified>
</cp:coreProperties>
</file>