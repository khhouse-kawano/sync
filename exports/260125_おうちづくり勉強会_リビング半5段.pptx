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695999" cy="7721994"/>
  <p:notesSz cx="7721994" cy="669599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695999" cy="77219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2026-02-09T00:53:25Z</dcterms:created>
  <dcterms:modified xsi:type="dcterms:W3CDTF">2026-02-09T00:53:25Z</dcterms:modified>
</cp:coreProperties>
</file>