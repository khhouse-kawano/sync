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1340008" cy="16038005"/>
  <p:notesSz cx="16038005" cy="1134000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340008" cy="160380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2026-02-09T00:44:51Z</dcterms:created>
  <dcterms:modified xsi:type="dcterms:W3CDTF">2026-02-09T00:44:51Z</dcterms:modified>
</cp:coreProperties>
</file>